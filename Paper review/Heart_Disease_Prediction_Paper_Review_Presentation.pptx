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9" r:id="rId18"/>
    <p:sldId id="275"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8" d="100"/>
          <a:sy n="58" d="100"/>
        </p:scale>
        <p:origin x="964" y="5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2165B-45F6-4604-B87D-F2E7605A4C0D}" type="datetimeFigureOut">
              <a:rPr lang="en-GB" smtClean="0"/>
              <a:t>15/12/2025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D7623C-729D-4F1E-89B8-B5B42A1FE619}" type="slidenum">
              <a:rPr lang="en-GB" smtClean="0"/>
              <a:t>‹#›</a:t>
            </a:fld>
            <a:endParaRPr lang="en-GB"/>
          </a:p>
        </p:txBody>
      </p:sp>
    </p:spTree>
    <p:extLst>
      <p:ext uri="{BB962C8B-B14F-4D97-AF65-F5344CB8AC3E}">
        <p14:creationId xmlns:p14="http://schemas.microsoft.com/office/powerpoint/2010/main" val="344777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researchoutreach.org/articles/leverhulme-trust-funding-future/" TargetMode="External"/><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researchoutreach.org/articles/leverhulme-trust-funding-future/" TargetMode="External"/><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researchoutreach.org/articles/leverhulme-trust-funding-future/" TargetMode="External"/><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researchoutreach.org/articles/leverhulme-trust-funding-future/" TargetMode="External"/><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researchoutreach.org/articles/leverhulme-trust-funding-future/" TargetMode="External"/><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0" name="Picture 19" descr="A group of people flying in the sky&#10;&#10;AI-generated content may be incorrect.">
            <a:extLst>
              <a:ext uri="{FF2B5EF4-FFF2-40B4-BE49-F238E27FC236}">
                <a16:creationId xmlns:a16="http://schemas.microsoft.com/office/drawing/2014/main" id="{32C13211-AF08-17A1-414D-A8B30DFDD04C}"/>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5935" y="-95692"/>
            <a:ext cx="21992243" cy="6934491"/>
          </a:xfrm>
          <a:prstGeom prst="rect">
            <a:avLst/>
          </a:prstGeom>
        </p:spPr>
      </p:pic>
      <p:grpSp>
        <p:nvGrpSpPr>
          <p:cNvPr id="13" name="Group 12">
            <a:extLst>
              <a:ext uri="{FF2B5EF4-FFF2-40B4-BE49-F238E27FC236}">
                <a16:creationId xmlns:a16="http://schemas.microsoft.com/office/drawing/2014/main" id="{5E3FC83E-1F26-F5F7-CBE3-EE4B37054E63}"/>
              </a:ext>
            </a:extLst>
          </p:cNvPr>
          <p:cNvGrpSpPr/>
          <p:nvPr/>
        </p:nvGrpSpPr>
        <p:grpSpPr>
          <a:xfrm>
            <a:off x="1" y="6041880"/>
            <a:ext cx="12487860" cy="796921"/>
            <a:chOff x="0" y="6041878"/>
            <a:chExt cx="12487860" cy="796921"/>
          </a:xfrm>
        </p:grpSpPr>
        <p:sp>
          <p:nvSpPr>
            <p:cNvPr id="14" name="Rectangle 13">
              <a:extLst>
                <a:ext uri="{FF2B5EF4-FFF2-40B4-BE49-F238E27FC236}">
                  <a16:creationId xmlns:a16="http://schemas.microsoft.com/office/drawing/2014/main" id="{BC4077C0-FF3E-29BC-8976-4695078C3DA6}"/>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5" name="Picture 14" descr="Blue text on a black background&#10;&#10;AI-generated content may be incorrect.">
              <a:extLst>
                <a:ext uri="{FF2B5EF4-FFF2-40B4-BE49-F238E27FC236}">
                  <a16:creationId xmlns:a16="http://schemas.microsoft.com/office/drawing/2014/main" id="{87A6E41B-FF08-C3E1-B74A-1396E2333B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16" name="Group 15">
              <a:extLst>
                <a:ext uri="{FF2B5EF4-FFF2-40B4-BE49-F238E27FC236}">
                  <a16:creationId xmlns:a16="http://schemas.microsoft.com/office/drawing/2014/main" id="{CB5C3041-8CA0-9892-0AA3-2E1A6A8D232F}"/>
                </a:ext>
              </a:extLst>
            </p:cNvPr>
            <p:cNvGrpSpPr/>
            <p:nvPr userDrawn="1"/>
          </p:nvGrpSpPr>
          <p:grpSpPr>
            <a:xfrm>
              <a:off x="4215171" y="6105427"/>
              <a:ext cx="8272689" cy="733372"/>
              <a:chOff x="4215171" y="6105427"/>
              <a:chExt cx="8272689" cy="733372"/>
            </a:xfrm>
          </p:grpSpPr>
          <p:sp>
            <p:nvSpPr>
              <p:cNvPr id="17" name="Parallelogram 16">
                <a:extLst>
                  <a:ext uri="{FF2B5EF4-FFF2-40B4-BE49-F238E27FC236}">
                    <a16:creationId xmlns:a16="http://schemas.microsoft.com/office/drawing/2014/main" id="{C1C17F23-6D27-3DDD-AA3E-06AE1B3E7964}"/>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8" name="Parallelogram 17">
                <a:extLst>
                  <a:ext uri="{FF2B5EF4-FFF2-40B4-BE49-F238E27FC236}">
                    <a16:creationId xmlns:a16="http://schemas.microsoft.com/office/drawing/2014/main" id="{15B0579A-AFA0-15D2-FAFF-94FECB68DE12}"/>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
        <p:nvSpPr>
          <p:cNvPr id="9" name="Rectangle: Diagonal Corners Rounded 8">
            <a:extLst>
              <a:ext uri="{FF2B5EF4-FFF2-40B4-BE49-F238E27FC236}">
                <a16:creationId xmlns:a16="http://schemas.microsoft.com/office/drawing/2014/main" id="{3720CFFB-8F69-2260-777B-303CE986CABF}"/>
              </a:ext>
            </a:extLst>
          </p:cNvPr>
          <p:cNvSpPr/>
          <p:nvPr/>
        </p:nvSpPr>
        <p:spPr>
          <a:xfrm>
            <a:off x="1524001" y="1122364"/>
            <a:ext cx="9144001" cy="2387600"/>
          </a:xfrm>
          <a:prstGeom prst="round2Diag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2" name="Title 1">
            <a:extLst>
              <a:ext uri="{FF2B5EF4-FFF2-40B4-BE49-F238E27FC236}">
                <a16:creationId xmlns:a16="http://schemas.microsoft.com/office/drawing/2014/main" id="{2E4D866F-4566-853C-15DF-F1D77AF47995}"/>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ADB5A87B-8EA8-2D36-BD44-4CCDAABA172F}"/>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C7E28DD0-F5A7-3775-7C93-ACC8D8BD6DB9}"/>
              </a:ext>
            </a:extLst>
          </p:cNvPr>
          <p:cNvSpPr>
            <a:spLocks noGrp="1"/>
          </p:cNvSpPr>
          <p:nvPr>
            <p:ph type="dt" sz="half" idx="10"/>
          </p:nvPr>
        </p:nvSpPr>
        <p:spPr/>
        <p:txBody>
          <a:bodyPr/>
          <a:lstStyle/>
          <a:p>
            <a:fld id="{39F8BF4C-E2FF-42C7-894F-5FEF5FA7D2CD}" type="datetime1">
              <a:rPr lang="en-US" smtClean="0"/>
              <a:t>12/15/2025</a:t>
            </a:fld>
            <a:endParaRPr lang="en-US"/>
          </a:p>
        </p:txBody>
      </p:sp>
      <p:sp>
        <p:nvSpPr>
          <p:cNvPr id="5" name="Footer Placeholder 4">
            <a:extLst>
              <a:ext uri="{FF2B5EF4-FFF2-40B4-BE49-F238E27FC236}">
                <a16:creationId xmlns:a16="http://schemas.microsoft.com/office/drawing/2014/main" id="{EB593399-1E0E-BE16-8C89-81E4DB3C3E5D}"/>
              </a:ext>
            </a:extLst>
          </p:cNvPr>
          <p:cNvSpPr>
            <a:spLocks noGrp="1"/>
          </p:cNvSpPr>
          <p:nvPr>
            <p:ph type="ftr" sz="quarter" idx="11"/>
          </p:nvPr>
        </p:nvSpPr>
        <p:spPr/>
        <p:txBody>
          <a:bodyPr/>
          <a:lstStyle/>
          <a:p>
            <a:r>
              <a:rPr lang="en-US"/>
              <a:t>By Mr. CHAHYAANDIDA ISHAYA</a:t>
            </a:r>
            <a:endParaRPr lang="en-US" dirty="0"/>
          </a:p>
        </p:txBody>
      </p:sp>
      <p:sp>
        <p:nvSpPr>
          <p:cNvPr id="6" name="Slide Number Placeholder 5">
            <a:extLst>
              <a:ext uri="{FF2B5EF4-FFF2-40B4-BE49-F238E27FC236}">
                <a16:creationId xmlns:a16="http://schemas.microsoft.com/office/drawing/2014/main" id="{2EFE9DC5-FD92-3C5F-B5A4-9EB8B1DB8D7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4228458"/>
      </p:ext>
    </p:extLst>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79925-5D44-13FD-330C-538BD60DEED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9DAB746-08E4-F36A-8D8E-BEF56A5D3278}"/>
              </a:ext>
            </a:extLst>
          </p:cNvPr>
          <p:cNvSpPr>
            <a:spLocks noGrp="1"/>
          </p:cNvSpPr>
          <p:nvPr>
            <p:ph type="dt" sz="half" idx="10"/>
          </p:nvPr>
        </p:nvSpPr>
        <p:spPr/>
        <p:txBody>
          <a:bodyPr/>
          <a:lstStyle/>
          <a:p>
            <a:fld id="{D57C23CF-AAA9-43D7-9068-4E1696281C23}" type="datetime1">
              <a:rPr lang="en-US" smtClean="0"/>
              <a:t>12/15/2025</a:t>
            </a:fld>
            <a:endParaRPr lang="en-US"/>
          </a:p>
        </p:txBody>
      </p:sp>
      <p:sp>
        <p:nvSpPr>
          <p:cNvPr id="4" name="Footer Placeholder 3">
            <a:extLst>
              <a:ext uri="{FF2B5EF4-FFF2-40B4-BE49-F238E27FC236}">
                <a16:creationId xmlns:a16="http://schemas.microsoft.com/office/drawing/2014/main" id="{D81F2E24-2ADB-0ED0-D02B-51E71ABBE7C6}"/>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29BCE164-A876-9504-BE5F-6C54DF189C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8888089"/>
      </p:ext>
    </p:extLst>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15" name="Picture 14" descr="A group of people flying in the sky&#10;&#10;AI-generated content may be incorrect.">
            <a:extLst>
              <a:ext uri="{FF2B5EF4-FFF2-40B4-BE49-F238E27FC236}">
                <a16:creationId xmlns:a16="http://schemas.microsoft.com/office/drawing/2014/main" id="{EFD2E436-921A-6D81-6CFC-61B5058E1E4C}"/>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5935" y="-95692"/>
            <a:ext cx="21992243" cy="6934491"/>
          </a:xfrm>
          <a:prstGeom prst="rect">
            <a:avLst/>
          </a:prstGeom>
        </p:spPr>
      </p:pic>
      <p:sp>
        <p:nvSpPr>
          <p:cNvPr id="11" name="Rectangle: Diagonal Corners Rounded 10">
            <a:extLst>
              <a:ext uri="{FF2B5EF4-FFF2-40B4-BE49-F238E27FC236}">
                <a16:creationId xmlns:a16="http://schemas.microsoft.com/office/drawing/2014/main" id="{DCAF7BE5-8FE9-B4D7-C6FE-0231D2BDE638}"/>
              </a:ext>
            </a:extLst>
          </p:cNvPr>
          <p:cNvSpPr/>
          <p:nvPr/>
        </p:nvSpPr>
        <p:spPr>
          <a:xfrm>
            <a:off x="831851" y="1682752"/>
            <a:ext cx="10515600" cy="2906713"/>
          </a:xfrm>
          <a:prstGeom prst="round2Diag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8" name="Rectangle 7">
            <a:extLst>
              <a:ext uri="{FF2B5EF4-FFF2-40B4-BE49-F238E27FC236}">
                <a16:creationId xmlns:a16="http://schemas.microsoft.com/office/drawing/2014/main" id="{285F95D8-432D-F3EE-C318-505D6348BF0F}"/>
              </a:ext>
            </a:extLst>
          </p:cNvPr>
          <p:cNvSpPr/>
          <p:nvPr/>
        </p:nvSpPr>
        <p:spPr>
          <a:xfrm>
            <a:off x="0" y="6045202"/>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9" name="Picture 8" descr="Blue text on a black background&#10;&#10;AI-generated content may be incorrect.">
            <a:extLst>
              <a:ext uri="{FF2B5EF4-FFF2-40B4-BE49-F238E27FC236}">
                <a16:creationId xmlns:a16="http://schemas.microsoft.com/office/drawing/2014/main" id="{2526E0D6-31E3-7BBF-ED7B-4810FD6F5A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883" y="6041878"/>
            <a:ext cx="2250439" cy="695478"/>
          </a:xfrm>
          <a:prstGeom prst="rect">
            <a:avLst/>
          </a:prstGeom>
        </p:spPr>
      </p:pic>
      <p:sp>
        <p:nvSpPr>
          <p:cNvPr id="10" name="Rectangle 9">
            <a:extLst>
              <a:ext uri="{FF2B5EF4-FFF2-40B4-BE49-F238E27FC236}">
                <a16:creationId xmlns:a16="http://schemas.microsoft.com/office/drawing/2014/main" id="{083ABCAD-DEC4-D42C-CCC4-B76E1750BF48}"/>
              </a:ext>
            </a:extLst>
          </p:cNvPr>
          <p:cNvSpPr/>
          <p:nvPr/>
        </p:nvSpPr>
        <p:spPr>
          <a:xfrm>
            <a:off x="0" y="6721475"/>
            <a:ext cx="12192000" cy="152400"/>
          </a:xfrm>
          <a:prstGeom prst="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a:extLst>
              <a:ext uri="{FF2B5EF4-FFF2-40B4-BE49-F238E27FC236}">
                <a16:creationId xmlns:a16="http://schemas.microsoft.com/office/drawing/2014/main" id="{DBD85B8B-23D9-B33C-3C1E-39D1B5DAA94C}"/>
              </a:ext>
            </a:extLst>
          </p:cNvPr>
          <p:cNvSpPr>
            <a:spLocks noGrp="1"/>
          </p:cNvSpPr>
          <p:nvPr>
            <p:ph type="title"/>
          </p:nvPr>
        </p:nvSpPr>
        <p:spPr>
          <a:xfrm>
            <a:off x="831851" y="1709740"/>
            <a:ext cx="10515600" cy="2852737"/>
          </a:xfrm>
        </p:spPr>
        <p:txBody>
          <a:bodyPr anchor="b"/>
          <a:lstStyle>
            <a:lvl1pPr>
              <a:defRPr sz="4500">
                <a:solidFill>
                  <a:schemeClr val="bg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3E7481AD-BC74-269E-6639-14DD805B5076}"/>
              </a:ext>
            </a:extLst>
          </p:cNvPr>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FB3D2E-F997-F29B-D02A-9D0F1D2CAF90}"/>
              </a:ext>
            </a:extLst>
          </p:cNvPr>
          <p:cNvSpPr>
            <a:spLocks noGrp="1"/>
          </p:cNvSpPr>
          <p:nvPr>
            <p:ph type="dt" sz="half" idx="10"/>
          </p:nvPr>
        </p:nvSpPr>
        <p:spPr/>
        <p:txBody>
          <a:bodyPr/>
          <a:lstStyle/>
          <a:p>
            <a:fld id="{DE6EB86B-2504-4383-B97E-6D8E7EE42286}" type="datetime1">
              <a:rPr lang="en-US" smtClean="0"/>
              <a:t>12/15/2025</a:t>
            </a:fld>
            <a:endParaRPr lang="en-US"/>
          </a:p>
        </p:txBody>
      </p:sp>
      <p:sp>
        <p:nvSpPr>
          <p:cNvPr id="5" name="Footer Placeholder 4">
            <a:extLst>
              <a:ext uri="{FF2B5EF4-FFF2-40B4-BE49-F238E27FC236}">
                <a16:creationId xmlns:a16="http://schemas.microsoft.com/office/drawing/2014/main" id="{9AFF3AA0-C023-65DB-F096-7E2DE30F6404}"/>
              </a:ext>
            </a:extLst>
          </p:cNvPr>
          <p:cNvSpPr>
            <a:spLocks noGrp="1"/>
          </p:cNvSpPr>
          <p:nvPr>
            <p:ph type="ftr" sz="quarter" idx="11"/>
          </p:nvPr>
        </p:nvSpPr>
        <p:spPr/>
        <p:txBody>
          <a:bodyPr/>
          <a:lstStyle/>
          <a:p>
            <a:r>
              <a:rPr lang="en-US"/>
              <a:t>By Mr. CHAHYAANDIDA ISHAYA</a:t>
            </a:r>
          </a:p>
        </p:txBody>
      </p:sp>
      <p:sp>
        <p:nvSpPr>
          <p:cNvPr id="6" name="Slide Number Placeholder 5">
            <a:extLst>
              <a:ext uri="{FF2B5EF4-FFF2-40B4-BE49-F238E27FC236}">
                <a16:creationId xmlns:a16="http://schemas.microsoft.com/office/drawing/2014/main" id="{8A829DD4-61DA-AF3B-05EA-B66F994E0206}"/>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4" name="Rectangle 13">
            <a:extLst>
              <a:ext uri="{FF2B5EF4-FFF2-40B4-BE49-F238E27FC236}">
                <a16:creationId xmlns:a16="http://schemas.microsoft.com/office/drawing/2014/main" id="{BFE72432-45B1-93A2-7742-4CA4818BBA32}"/>
              </a:ext>
            </a:extLst>
          </p:cNvPr>
          <p:cNvSpPr/>
          <p:nvPr/>
        </p:nvSpPr>
        <p:spPr>
          <a:xfrm>
            <a:off x="152400" y="6873875"/>
            <a:ext cx="12192000" cy="152400"/>
          </a:xfrm>
          <a:prstGeom prst="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3260227486"/>
      </p:ext>
    </p:extLst>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5F25-DB6D-A0E5-F7CD-E1E8CAE1EA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9C08773-C808-5A47-82E0-FE9E7DC322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A74A42-1135-EC59-F380-65218D90C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F12471-6018-069A-BF39-E687B9DB273E}"/>
              </a:ext>
            </a:extLst>
          </p:cNvPr>
          <p:cNvSpPr>
            <a:spLocks noGrp="1"/>
          </p:cNvSpPr>
          <p:nvPr>
            <p:ph type="dt" sz="half" idx="10"/>
          </p:nvPr>
        </p:nvSpPr>
        <p:spPr/>
        <p:txBody>
          <a:bodyPr/>
          <a:lstStyle/>
          <a:p>
            <a:fld id="{98E7625E-FC07-4981-B8A8-CE980BF886AB}" type="datetime1">
              <a:rPr lang="en-US" smtClean="0"/>
              <a:t>12/15/2025</a:t>
            </a:fld>
            <a:endParaRPr lang="en-US"/>
          </a:p>
        </p:txBody>
      </p:sp>
      <p:sp>
        <p:nvSpPr>
          <p:cNvPr id="6" name="Footer Placeholder 5">
            <a:extLst>
              <a:ext uri="{FF2B5EF4-FFF2-40B4-BE49-F238E27FC236}">
                <a16:creationId xmlns:a16="http://schemas.microsoft.com/office/drawing/2014/main" id="{693507DB-0EC2-3D87-0DD1-8DA182189691}"/>
              </a:ext>
            </a:extLst>
          </p:cNvPr>
          <p:cNvSpPr>
            <a:spLocks noGrp="1"/>
          </p:cNvSpPr>
          <p:nvPr>
            <p:ph type="ftr" sz="quarter" idx="11"/>
          </p:nvPr>
        </p:nvSpPr>
        <p:spPr/>
        <p:txBody>
          <a:bodyPr/>
          <a:lstStyle/>
          <a:p>
            <a:r>
              <a:rPr lang="en-US"/>
              <a:t>By Mr. CHAHYAANDIDA ISHAYA</a:t>
            </a:r>
          </a:p>
        </p:txBody>
      </p:sp>
      <p:sp>
        <p:nvSpPr>
          <p:cNvPr id="7" name="Slide Number Placeholder 6">
            <a:extLst>
              <a:ext uri="{FF2B5EF4-FFF2-40B4-BE49-F238E27FC236}">
                <a16:creationId xmlns:a16="http://schemas.microsoft.com/office/drawing/2014/main" id="{C1062027-8E43-D60C-8B9B-A7BFE12C223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9504345"/>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B3F448-4255-3293-D78F-58EE47E2D731}"/>
              </a:ext>
            </a:extLst>
          </p:cNvPr>
          <p:cNvSpPr/>
          <p:nvPr/>
        </p:nvSpPr>
        <p:spPr>
          <a:xfrm>
            <a:off x="836612" y="1690689"/>
            <a:ext cx="10515600" cy="814386"/>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 name="Title 1">
            <a:extLst>
              <a:ext uri="{FF2B5EF4-FFF2-40B4-BE49-F238E27FC236}">
                <a16:creationId xmlns:a16="http://schemas.microsoft.com/office/drawing/2014/main" id="{F602C9BC-3FFE-928F-B2DF-9D26BCACFA18}"/>
              </a:ext>
            </a:extLst>
          </p:cNvPr>
          <p:cNvSpPr>
            <a:spLocks noGrp="1"/>
          </p:cNvSpPr>
          <p:nvPr>
            <p:ph type="title"/>
          </p:nvPr>
        </p:nvSpPr>
        <p:spPr>
          <a:xfrm>
            <a:off x="839788" y="365127"/>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32B61004-A72D-EBCF-1A53-BDDDC70CB2E2}"/>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7BB64A5-37B8-5B40-F179-FE5673241F6F}"/>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7BC8E7F-C146-8855-C97F-FB5103127294}"/>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F47C8D7-04A1-1D60-9E58-4ABE670C5FB0}"/>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0D428C45-4754-743F-20C1-A4D1DA16E708}"/>
              </a:ext>
            </a:extLst>
          </p:cNvPr>
          <p:cNvSpPr>
            <a:spLocks noGrp="1"/>
          </p:cNvSpPr>
          <p:nvPr>
            <p:ph type="dt" sz="half" idx="10"/>
          </p:nvPr>
        </p:nvSpPr>
        <p:spPr/>
        <p:txBody>
          <a:bodyPr/>
          <a:lstStyle/>
          <a:p>
            <a:fld id="{06B10C10-1C01-4DDC-96C7-608AE6D37390}" type="datetime1">
              <a:rPr lang="en-US" smtClean="0"/>
              <a:t>12/15/2025</a:t>
            </a:fld>
            <a:endParaRPr lang="en-US"/>
          </a:p>
        </p:txBody>
      </p:sp>
      <p:sp>
        <p:nvSpPr>
          <p:cNvPr id="8" name="Footer Placeholder 7">
            <a:extLst>
              <a:ext uri="{FF2B5EF4-FFF2-40B4-BE49-F238E27FC236}">
                <a16:creationId xmlns:a16="http://schemas.microsoft.com/office/drawing/2014/main" id="{40BDFE02-4044-FEFC-B51B-E3CE9C6B5E5B}"/>
              </a:ext>
            </a:extLst>
          </p:cNvPr>
          <p:cNvSpPr>
            <a:spLocks noGrp="1"/>
          </p:cNvSpPr>
          <p:nvPr>
            <p:ph type="ftr" sz="quarter" idx="11"/>
          </p:nvPr>
        </p:nvSpPr>
        <p:spPr/>
        <p:txBody>
          <a:bodyPr/>
          <a:lstStyle/>
          <a:p>
            <a:r>
              <a:rPr lang="en-US"/>
              <a:t>By Mr. CHAHYAANDIDA ISHAYA</a:t>
            </a:r>
          </a:p>
        </p:txBody>
      </p:sp>
      <p:sp>
        <p:nvSpPr>
          <p:cNvPr id="9" name="Slide Number Placeholder 8">
            <a:extLst>
              <a:ext uri="{FF2B5EF4-FFF2-40B4-BE49-F238E27FC236}">
                <a16:creationId xmlns:a16="http://schemas.microsoft.com/office/drawing/2014/main" id="{36A9E656-9CD2-7340-45D3-8707661AC120}"/>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7" name="Rectangle 16">
            <a:extLst>
              <a:ext uri="{FF2B5EF4-FFF2-40B4-BE49-F238E27FC236}">
                <a16:creationId xmlns:a16="http://schemas.microsoft.com/office/drawing/2014/main" id="{B39D1CED-6C69-119B-FA9C-6ACBB853792C}"/>
              </a:ext>
            </a:extLst>
          </p:cNvPr>
          <p:cNvSpPr/>
          <p:nvPr/>
        </p:nvSpPr>
        <p:spPr>
          <a:xfrm>
            <a:off x="0" y="6721475"/>
            <a:ext cx="12192000" cy="152400"/>
          </a:xfrm>
          <a:prstGeom prst="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3956149341"/>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24B75-610E-9EF2-2318-EEC632612C74}"/>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31A46BD7-261E-26C6-15A9-BC2379132BB5}"/>
              </a:ext>
            </a:extLst>
          </p:cNvPr>
          <p:cNvSpPr>
            <a:spLocks noGrp="1"/>
          </p:cNvSpPr>
          <p:nvPr>
            <p:ph type="dt" sz="half" idx="10"/>
          </p:nvPr>
        </p:nvSpPr>
        <p:spPr/>
        <p:txBody>
          <a:bodyPr/>
          <a:lstStyle/>
          <a:p>
            <a:fld id="{39B7B5B5-F6D2-4FD3-86D3-C74D2B021ED1}" type="datetime1">
              <a:rPr lang="en-US" smtClean="0"/>
              <a:t>12/15/2025</a:t>
            </a:fld>
            <a:endParaRPr lang="en-US"/>
          </a:p>
        </p:txBody>
      </p:sp>
      <p:sp>
        <p:nvSpPr>
          <p:cNvPr id="4" name="Footer Placeholder 3">
            <a:extLst>
              <a:ext uri="{FF2B5EF4-FFF2-40B4-BE49-F238E27FC236}">
                <a16:creationId xmlns:a16="http://schemas.microsoft.com/office/drawing/2014/main" id="{1BAA3804-A00C-31F0-4B5F-2FEBF95EB672}"/>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2391FF99-4194-DE7D-2DF9-CA16FB55B6C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9467338"/>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32203CF-11BF-FF2F-4413-37D67BCF1B7D}"/>
              </a:ext>
            </a:extLst>
          </p:cNvPr>
          <p:cNvGrpSpPr/>
          <p:nvPr/>
        </p:nvGrpSpPr>
        <p:grpSpPr>
          <a:xfrm>
            <a:off x="1" y="6041880"/>
            <a:ext cx="12487860" cy="796921"/>
            <a:chOff x="0" y="6041878"/>
            <a:chExt cx="12487860" cy="796921"/>
          </a:xfrm>
        </p:grpSpPr>
        <p:sp>
          <p:nvSpPr>
            <p:cNvPr id="10" name="Rectangle 9">
              <a:extLst>
                <a:ext uri="{FF2B5EF4-FFF2-40B4-BE49-F238E27FC236}">
                  <a16:creationId xmlns:a16="http://schemas.microsoft.com/office/drawing/2014/main" id="{DAA1A3BF-650D-45CB-E4C3-3A34FCABBE59}"/>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1" name="Picture 10" descr="Blue text on a black background&#10;&#10;AI-generated content may be incorrect.">
              <a:extLst>
                <a:ext uri="{FF2B5EF4-FFF2-40B4-BE49-F238E27FC236}">
                  <a16:creationId xmlns:a16="http://schemas.microsoft.com/office/drawing/2014/main" id="{F6C3176E-5F75-8AFA-57A5-D74F9BA308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12" name="Group 11">
              <a:extLst>
                <a:ext uri="{FF2B5EF4-FFF2-40B4-BE49-F238E27FC236}">
                  <a16:creationId xmlns:a16="http://schemas.microsoft.com/office/drawing/2014/main" id="{5720A2C3-B8D4-A94B-ABAD-45841AABD051}"/>
                </a:ext>
              </a:extLst>
            </p:cNvPr>
            <p:cNvGrpSpPr/>
            <p:nvPr userDrawn="1"/>
          </p:nvGrpSpPr>
          <p:grpSpPr>
            <a:xfrm>
              <a:off x="4215171" y="6105427"/>
              <a:ext cx="8272689" cy="733372"/>
              <a:chOff x="4215171" y="6105427"/>
              <a:chExt cx="8272689" cy="733372"/>
            </a:xfrm>
          </p:grpSpPr>
          <p:sp>
            <p:nvSpPr>
              <p:cNvPr id="13" name="Parallelogram 12">
                <a:extLst>
                  <a:ext uri="{FF2B5EF4-FFF2-40B4-BE49-F238E27FC236}">
                    <a16:creationId xmlns:a16="http://schemas.microsoft.com/office/drawing/2014/main" id="{BDAED357-4B7A-D821-CCC6-341517B21223}"/>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4" name="Parallelogram 13">
                <a:extLst>
                  <a:ext uri="{FF2B5EF4-FFF2-40B4-BE49-F238E27FC236}">
                    <a16:creationId xmlns:a16="http://schemas.microsoft.com/office/drawing/2014/main" id="{8E282E90-88D6-DF9C-EAC9-891F32A3B971}"/>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
        <p:nvSpPr>
          <p:cNvPr id="2" name="Date Placeholder 1">
            <a:extLst>
              <a:ext uri="{FF2B5EF4-FFF2-40B4-BE49-F238E27FC236}">
                <a16:creationId xmlns:a16="http://schemas.microsoft.com/office/drawing/2014/main" id="{F1644417-0990-8A5E-0CBD-5D846B4DCC42}"/>
              </a:ext>
            </a:extLst>
          </p:cNvPr>
          <p:cNvSpPr>
            <a:spLocks noGrp="1"/>
          </p:cNvSpPr>
          <p:nvPr>
            <p:ph type="dt" sz="half" idx="10"/>
          </p:nvPr>
        </p:nvSpPr>
        <p:spPr/>
        <p:txBody>
          <a:bodyPr/>
          <a:lstStyle/>
          <a:p>
            <a:fld id="{1559FED1-C15F-4182-903B-661189E0081E}" type="datetime1">
              <a:rPr lang="en-US" smtClean="0"/>
              <a:t>12/15/2025</a:t>
            </a:fld>
            <a:endParaRPr lang="en-US"/>
          </a:p>
        </p:txBody>
      </p:sp>
      <p:sp>
        <p:nvSpPr>
          <p:cNvPr id="3" name="Footer Placeholder 2">
            <a:extLst>
              <a:ext uri="{FF2B5EF4-FFF2-40B4-BE49-F238E27FC236}">
                <a16:creationId xmlns:a16="http://schemas.microsoft.com/office/drawing/2014/main" id="{662A1930-EF3D-45C7-8207-B52BBE620D29}"/>
              </a:ext>
            </a:extLst>
          </p:cNvPr>
          <p:cNvSpPr>
            <a:spLocks noGrp="1"/>
          </p:cNvSpPr>
          <p:nvPr>
            <p:ph type="ftr" sz="quarter" idx="11"/>
          </p:nvPr>
        </p:nvSpPr>
        <p:spPr/>
        <p:txBody>
          <a:bodyPr/>
          <a:lstStyle/>
          <a:p>
            <a:r>
              <a:rPr lang="en-US"/>
              <a:t>By Mr. CHAHYAANDIDA ISHAYA</a:t>
            </a:r>
          </a:p>
        </p:txBody>
      </p:sp>
      <p:sp>
        <p:nvSpPr>
          <p:cNvPr id="4" name="Slide Number Placeholder 3">
            <a:extLst>
              <a:ext uri="{FF2B5EF4-FFF2-40B4-BE49-F238E27FC236}">
                <a16:creationId xmlns:a16="http://schemas.microsoft.com/office/drawing/2014/main" id="{417A104D-2C8B-FE2A-45E1-619ACC61064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0724985"/>
      </p:ext>
    </p:extLst>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18" name="Picture 17" descr="A group of people flying in the sky&#10;&#10;AI-generated content may be incorrect.">
            <a:extLst>
              <a:ext uri="{FF2B5EF4-FFF2-40B4-BE49-F238E27FC236}">
                <a16:creationId xmlns:a16="http://schemas.microsoft.com/office/drawing/2014/main" id="{CEB370BD-BAF9-9584-22FA-F0D6AC843BC5}"/>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5935" y="-95692"/>
            <a:ext cx="21992243" cy="6934491"/>
          </a:xfrm>
          <a:prstGeom prst="rect">
            <a:avLst/>
          </a:prstGeom>
        </p:spPr>
      </p:pic>
      <p:grpSp>
        <p:nvGrpSpPr>
          <p:cNvPr id="12" name="Group 11">
            <a:extLst>
              <a:ext uri="{FF2B5EF4-FFF2-40B4-BE49-F238E27FC236}">
                <a16:creationId xmlns:a16="http://schemas.microsoft.com/office/drawing/2014/main" id="{E498B017-1888-F14F-9B50-EDF46E8CE7E8}"/>
              </a:ext>
            </a:extLst>
          </p:cNvPr>
          <p:cNvGrpSpPr/>
          <p:nvPr/>
        </p:nvGrpSpPr>
        <p:grpSpPr>
          <a:xfrm>
            <a:off x="1" y="6041880"/>
            <a:ext cx="12487860" cy="796921"/>
            <a:chOff x="0" y="6041878"/>
            <a:chExt cx="12487860" cy="796921"/>
          </a:xfrm>
        </p:grpSpPr>
        <p:sp>
          <p:nvSpPr>
            <p:cNvPr id="13" name="Rectangle 12">
              <a:extLst>
                <a:ext uri="{FF2B5EF4-FFF2-40B4-BE49-F238E27FC236}">
                  <a16:creationId xmlns:a16="http://schemas.microsoft.com/office/drawing/2014/main" id="{58CAB60C-16D9-561D-1DBB-487E1F4169DC}"/>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4" name="Picture 13" descr="Blue text on a black background&#10;&#10;AI-generated content may be incorrect.">
              <a:extLst>
                <a:ext uri="{FF2B5EF4-FFF2-40B4-BE49-F238E27FC236}">
                  <a16:creationId xmlns:a16="http://schemas.microsoft.com/office/drawing/2014/main" id="{8AD4D498-FA5B-2674-7241-5A1D3B6AF6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15" name="Group 14">
              <a:extLst>
                <a:ext uri="{FF2B5EF4-FFF2-40B4-BE49-F238E27FC236}">
                  <a16:creationId xmlns:a16="http://schemas.microsoft.com/office/drawing/2014/main" id="{639404AA-DC10-BA32-0396-D165B9125CB0}"/>
                </a:ext>
              </a:extLst>
            </p:cNvPr>
            <p:cNvGrpSpPr/>
            <p:nvPr userDrawn="1"/>
          </p:nvGrpSpPr>
          <p:grpSpPr>
            <a:xfrm>
              <a:off x="4215171" y="6105427"/>
              <a:ext cx="8272689" cy="733372"/>
              <a:chOff x="4215171" y="6105427"/>
              <a:chExt cx="8272689" cy="733372"/>
            </a:xfrm>
          </p:grpSpPr>
          <p:sp>
            <p:nvSpPr>
              <p:cNvPr id="16" name="Parallelogram 15">
                <a:extLst>
                  <a:ext uri="{FF2B5EF4-FFF2-40B4-BE49-F238E27FC236}">
                    <a16:creationId xmlns:a16="http://schemas.microsoft.com/office/drawing/2014/main" id="{7358E522-8E39-92FE-FA5E-631F9BCF0D49}"/>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7" name="Parallelogram 16">
                <a:extLst>
                  <a:ext uri="{FF2B5EF4-FFF2-40B4-BE49-F238E27FC236}">
                    <a16:creationId xmlns:a16="http://schemas.microsoft.com/office/drawing/2014/main" id="{66796F44-5EBE-60E9-5A3D-8FD2CCD7113F}"/>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
        <p:nvSpPr>
          <p:cNvPr id="2" name="Title 1">
            <a:extLst>
              <a:ext uri="{FF2B5EF4-FFF2-40B4-BE49-F238E27FC236}">
                <a16:creationId xmlns:a16="http://schemas.microsoft.com/office/drawing/2014/main" id="{010C85D5-B57B-556C-E8B5-0FF66FDE830C}"/>
              </a:ext>
            </a:extLst>
          </p:cNvPr>
          <p:cNvSpPr>
            <a:spLocks noGrp="1"/>
          </p:cNvSpPr>
          <p:nvPr>
            <p:ph type="title"/>
          </p:nvPr>
        </p:nvSpPr>
        <p:spPr>
          <a:xfrm>
            <a:off x="839788" y="457200"/>
            <a:ext cx="3932237" cy="1600200"/>
          </a:xfrm>
        </p:spPr>
        <p:txBody>
          <a:bodyPr anchor="b"/>
          <a:lstStyle>
            <a:lvl1pPr>
              <a:defRPr sz="2400">
                <a:solidFill>
                  <a:schemeClr val="tx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83E8F948-815A-F74F-7507-3665AA89EB9F}"/>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B4E98704-6527-203F-7AEE-C7214B25290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237E526-85A5-6F4C-79F0-1588D7A07002}"/>
              </a:ext>
            </a:extLst>
          </p:cNvPr>
          <p:cNvSpPr>
            <a:spLocks noGrp="1"/>
          </p:cNvSpPr>
          <p:nvPr>
            <p:ph type="dt" sz="half" idx="10"/>
          </p:nvPr>
        </p:nvSpPr>
        <p:spPr/>
        <p:txBody>
          <a:bodyPr/>
          <a:lstStyle/>
          <a:p>
            <a:fld id="{AC1B3FAE-F877-4ACF-9186-E3CFB6E82EC9}" type="datetime1">
              <a:rPr lang="en-US" smtClean="0"/>
              <a:t>12/15/2025</a:t>
            </a:fld>
            <a:endParaRPr lang="en-US"/>
          </a:p>
        </p:txBody>
      </p:sp>
      <p:sp>
        <p:nvSpPr>
          <p:cNvPr id="6" name="Footer Placeholder 5">
            <a:extLst>
              <a:ext uri="{FF2B5EF4-FFF2-40B4-BE49-F238E27FC236}">
                <a16:creationId xmlns:a16="http://schemas.microsoft.com/office/drawing/2014/main" id="{AB1CF49F-9FAD-CE7B-E67B-3C0D6C1F0F4C}"/>
              </a:ext>
            </a:extLst>
          </p:cNvPr>
          <p:cNvSpPr>
            <a:spLocks noGrp="1"/>
          </p:cNvSpPr>
          <p:nvPr>
            <p:ph type="ftr" sz="quarter" idx="11"/>
          </p:nvPr>
        </p:nvSpPr>
        <p:spPr/>
        <p:txBody>
          <a:bodyPr/>
          <a:lstStyle/>
          <a:p>
            <a:r>
              <a:rPr lang="en-US"/>
              <a:t>By Mr. CHAHYAANDIDA ISHAYA</a:t>
            </a:r>
          </a:p>
        </p:txBody>
      </p:sp>
      <p:sp>
        <p:nvSpPr>
          <p:cNvPr id="7" name="Slide Number Placeholder 6">
            <a:extLst>
              <a:ext uri="{FF2B5EF4-FFF2-40B4-BE49-F238E27FC236}">
                <a16:creationId xmlns:a16="http://schemas.microsoft.com/office/drawing/2014/main" id="{C8F5D606-3317-9DAA-84F0-FD3445D823A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4187789"/>
      </p:ext>
    </p:extLst>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8" name="Picture 17" descr="A group of people flying in the sky&#10;&#10;AI-generated content may be incorrect.">
            <a:extLst>
              <a:ext uri="{FF2B5EF4-FFF2-40B4-BE49-F238E27FC236}">
                <a16:creationId xmlns:a16="http://schemas.microsoft.com/office/drawing/2014/main" id="{9877C8FA-E26D-D7A4-301E-902DBABC457E}"/>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5935" y="-95692"/>
            <a:ext cx="21992243" cy="6934491"/>
          </a:xfrm>
          <a:prstGeom prst="rect">
            <a:avLst/>
          </a:prstGeom>
        </p:spPr>
      </p:pic>
      <p:grpSp>
        <p:nvGrpSpPr>
          <p:cNvPr id="12" name="Group 11">
            <a:extLst>
              <a:ext uri="{FF2B5EF4-FFF2-40B4-BE49-F238E27FC236}">
                <a16:creationId xmlns:a16="http://schemas.microsoft.com/office/drawing/2014/main" id="{4EE890B8-9AD4-9782-7C00-B28D3348AE03}"/>
              </a:ext>
            </a:extLst>
          </p:cNvPr>
          <p:cNvGrpSpPr/>
          <p:nvPr/>
        </p:nvGrpSpPr>
        <p:grpSpPr>
          <a:xfrm>
            <a:off x="1" y="6041880"/>
            <a:ext cx="12487860" cy="796921"/>
            <a:chOff x="0" y="6041878"/>
            <a:chExt cx="12487860" cy="796921"/>
          </a:xfrm>
        </p:grpSpPr>
        <p:sp>
          <p:nvSpPr>
            <p:cNvPr id="13" name="Rectangle 12">
              <a:extLst>
                <a:ext uri="{FF2B5EF4-FFF2-40B4-BE49-F238E27FC236}">
                  <a16:creationId xmlns:a16="http://schemas.microsoft.com/office/drawing/2014/main" id="{CE6A2A50-9AC9-46EC-67C3-0E384F6651C0}"/>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4" name="Picture 13" descr="Blue text on a black background&#10;&#10;AI-generated content may be incorrect.">
              <a:extLst>
                <a:ext uri="{FF2B5EF4-FFF2-40B4-BE49-F238E27FC236}">
                  <a16:creationId xmlns:a16="http://schemas.microsoft.com/office/drawing/2014/main" id="{A21F2934-BDEF-E3FF-9102-D3B5C70651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15" name="Group 14">
              <a:extLst>
                <a:ext uri="{FF2B5EF4-FFF2-40B4-BE49-F238E27FC236}">
                  <a16:creationId xmlns:a16="http://schemas.microsoft.com/office/drawing/2014/main" id="{9DF03607-CEA5-202C-B080-83CCBB81880F}"/>
                </a:ext>
              </a:extLst>
            </p:cNvPr>
            <p:cNvGrpSpPr/>
            <p:nvPr userDrawn="1"/>
          </p:nvGrpSpPr>
          <p:grpSpPr>
            <a:xfrm>
              <a:off x="4215171" y="6105427"/>
              <a:ext cx="8272689" cy="733372"/>
              <a:chOff x="4215171" y="6105427"/>
              <a:chExt cx="8272689" cy="733372"/>
            </a:xfrm>
          </p:grpSpPr>
          <p:sp>
            <p:nvSpPr>
              <p:cNvPr id="16" name="Parallelogram 15">
                <a:extLst>
                  <a:ext uri="{FF2B5EF4-FFF2-40B4-BE49-F238E27FC236}">
                    <a16:creationId xmlns:a16="http://schemas.microsoft.com/office/drawing/2014/main" id="{DE1B7DCA-0DB1-5413-4E25-8E1AA61E6106}"/>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7" name="Parallelogram 16">
                <a:extLst>
                  <a:ext uri="{FF2B5EF4-FFF2-40B4-BE49-F238E27FC236}">
                    <a16:creationId xmlns:a16="http://schemas.microsoft.com/office/drawing/2014/main" id="{1A6824A8-B75C-BF3A-9757-0FEB46777F99}"/>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
        <p:nvSpPr>
          <p:cNvPr id="2" name="Title 1">
            <a:extLst>
              <a:ext uri="{FF2B5EF4-FFF2-40B4-BE49-F238E27FC236}">
                <a16:creationId xmlns:a16="http://schemas.microsoft.com/office/drawing/2014/main" id="{CB7A5187-8C32-ED97-ADDC-D72FA9238DC6}"/>
              </a:ext>
            </a:extLst>
          </p:cNvPr>
          <p:cNvSpPr>
            <a:spLocks noGrp="1"/>
          </p:cNvSpPr>
          <p:nvPr>
            <p:ph type="title"/>
          </p:nvPr>
        </p:nvSpPr>
        <p:spPr>
          <a:xfrm>
            <a:off x="839788" y="457200"/>
            <a:ext cx="3932237" cy="1600200"/>
          </a:xfrm>
        </p:spPr>
        <p:txBody>
          <a:bodyPr anchor="b"/>
          <a:lstStyle>
            <a:lvl1pPr>
              <a:defRPr sz="2400">
                <a:solidFill>
                  <a:schemeClr val="tx1"/>
                </a:solidFill>
              </a:defRPr>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6863454D-B4E7-9715-E3CC-72A91623F9D7}"/>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a:p>
        </p:txBody>
      </p:sp>
      <p:sp>
        <p:nvSpPr>
          <p:cNvPr id="4" name="Text Placeholder 3">
            <a:extLst>
              <a:ext uri="{FF2B5EF4-FFF2-40B4-BE49-F238E27FC236}">
                <a16:creationId xmlns:a16="http://schemas.microsoft.com/office/drawing/2014/main" id="{3283D32C-DDF3-D7C6-BA5E-AB5A6DE49EB1}"/>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5B7C657-A101-131A-0095-18FB4CB163DF}"/>
              </a:ext>
            </a:extLst>
          </p:cNvPr>
          <p:cNvSpPr>
            <a:spLocks noGrp="1"/>
          </p:cNvSpPr>
          <p:nvPr>
            <p:ph type="dt" sz="half" idx="10"/>
          </p:nvPr>
        </p:nvSpPr>
        <p:spPr/>
        <p:txBody>
          <a:bodyPr/>
          <a:lstStyle/>
          <a:p>
            <a:fld id="{0CACA6B4-34BC-420A-B3A6-8E3E9A2BFBA4}" type="datetime1">
              <a:rPr lang="en-US" smtClean="0"/>
              <a:t>12/15/2025</a:t>
            </a:fld>
            <a:endParaRPr lang="en-US"/>
          </a:p>
        </p:txBody>
      </p:sp>
      <p:sp>
        <p:nvSpPr>
          <p:cNvPr id="6" name="Footer Placeholder 5">
            <a:extLst>
              <a:ext uri="{FF2B5EF4-FFF2-40B4-BE49-F238E27FC236}">
                <a16:creationId xmlns:a16="http://schemas.microsoft.com/office/drawing/2014/main" id="{185B179E-4E44-7A60-4699-D18B43892F1E}"/>
              </a:ext>
            </a:extLst>
          </p:cNvPr>
          <p:cNvSpPr>
            <a:spLocks noGrp="1"/>
          </p:cNvSpPr>
          <p:nvPr>
            <p:ph type="ftr" sz="quarter" idx="11"/>
          </p:nvPr>
        </p:nvSpPr>
        <p:spPr/>
        <p:txBody>
          <a:bodyPr/>
          <a:lstStyle/>
          <a:p>
            <a:r>
              <a:rPr lang="en-US"/>
              <a:t>By Mr. CHAHYAANDIDA ISHAYA</a:t>
            </a:r>
          </a:p>
        </p:txBody>
      </p:sp>
      <p:sp>
        <p:nvSpPr>
          <p:cNvPr id="7" name="Slide Number Placeholder 6">
            <a:extLst>
              <a:ext uri="{FF2B5EF4-FFF2-40B4-BE49-F238E27FC236}">
                <a16:creationId xmlns:a16="http://schemas.microsoft.com/office/drawing/2014/main" id="{2A985CE2-1217-7776-69DC-578966C093C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8510064"/>
      </p:ext>
    </p:extLst>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69B73-E66B-FF4A-5491-C151AF9DF108}"/>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B729328E-E19D-B9EF-5E71-D4CC3238C4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0E797E-AA26-B775-2E7E-A2C2E7C1A636}"/>
              </a:ext>
            </a:extLst>
          </p:cNvPr>
          <p:cNvSpPr>
            <a:spLocks noGrp="1"/>
          </p:cNvSpPr>
          <p:nvPr>
            <p:ph type="dt" sz="half" idx="10"/>
          </p:nvPr>
        </p:nvSpPr>
        <p:spPr/>
        <p:txBody>
          <a:bodyPr/>
          <a:lstStyle/>
          <a:p>
            <a:fld id="{13D75A04-670C-49E7-B152-4B10767692D4}" type="datetime1">
              <a:rPr lang="en-US" smtClean="0"/>
              <a:t>12/15/2025</a:t>
            </a:fld>
            <a:endParaRPr lang="en-US"/>
          </a:p>
        </p:txBody>
      </p:sp>
      <p:sp>
        <p:nvSpPr>
          <p:cNvPr id="5" name="Footer Placeholder 4">
            <a:extLst>
              <a:ext uri="{FF2B5EF4-FFF2-40B4-BE49-F238E27FC236}">
                <a16:creationId xmlns:a16="http://schemas.microsoft.com/office/drawing/2014/main" id="{88515608-9AD9-84A7-A63D-8E3423A5D82D}"/>
              </a:ext>
            </a:extLst>
          </p:cNvPr>
          <p:cNvSpPr>
            <a:spLocks noGrp="1"/>
          </p:cNvSpPr>
          <p:nvPr>
            <p:ph type="ftr" sz="quarter" idx="11"/>
          </p:nvPr>
        </p:nvSpPr>
        <p:spPr/>
        <p:txBody>
          <a:bodyPr/>
          <a:lstStyle/>
          <a:p>
            <a:r>
              <a:rPr lang="en-US"/>
              <a:t>By Mr. CHAHYAANDIDA ISHAYA</a:t>
            </a:r>
          </a:p>
        </p:txBody>
      </p:sp>
      <p:sp>
        <p:nvSpPr>
          <p:cNvPr id="6" name="Slide Number Placeholder 5">
            <a:extLst>
              <a:ext uri="{FF2B5EF4-FFF2-40B4-BE49-F238E27FC236}">
                <a16:creationId xmlns:a16="http://schemas.microsoft.com/office/drawing/2014/main" id="{B0AD42A7-4EE9-0B9B-1D9F-CEBE599D132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1253777"/>
      </p:ext>
    </p:extLst>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17" name="Picture 16" descr="A group of people flying in the sky&#10;&#10;AI-generated content may be incorrect.">
            <a:extLst>
              <a:ext uri="{FF2B5EF4-FFF2-40B4-BE49-F238E27FC236}">
                <a16:creationId xmlns:a16="http://schemas.microsoft.com/office/drawing/2014/main" id="{4566847A-FAB6-8442-E2C4-AD2AF6E36578}"/>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25935" y="-95692"/>
            <a:ext cx="21992243" cy="6934491"/>
          </a:xfrm>
          <a:prstGeom prst="rect">
            <a:avLst/>
          </a:prstGeom>
        </p:spPr>
      </p:pic>
      <p:grpSp>
        <p:nvGrpSpPr>
          <p:cNvPr id="11" name="Group 10">
            <a:extLst>
              <a:ext uri="{FF2B5EF4-FFF2-40B4-BE49-F238E27FC236}">
                <a16:creationId xmlns:a16="http://schemas.microsoft.com/office/drawing/2014/main" id="{ABB389E3-3A5B-A195-6A78-3C1A49E31765}"/>
              </a:ext>
            </a:extLst>
          </p:cNvPr>
          <p:cNvGrpSpPr/>
          <p:nvPr/>
        </p:nvGrpSpPr>
        <p:grpSpPr>
          <a:xfrm>
            <a:off x="1" y="6041880"/>
            <a:ext cx="12487860" cy="796921"/>
            <a:chOff x="0" y="6041878"/>
            <a:chExt cx="12487860" cy="796921"/>
          </a:xfrm>
        </p:grpSpPr>
        <p:sp>
          <p:nvSpPr>
            <p:cNvPr id="12" name="Rectangle 11">
              <a:extLst>
                <a:ext uri="{FF2B5EF4-FFF2-40B4-BE49-F238E27FC236}">
                  <a16:creationId xmlns:a16="http://schemas.microsoft.com/office/drawing/2014/main" id="{6E694187-3FA1-97A9-9ABA-8822959A6F7E}"/>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3" name="Picture 12" descr="Blue text on a black background&#10;&#10;AI-generated content may be incorrect.">
              <a:extLst>
                <a:ext uri="{FF2B5EF4-FFF2-40B4-BE49-F238E27FC236}">
                  <a16:creationId xmlns:a16="http://schemas.microsoft.com/office/drawing/2014/main" id="{65658F8B-F847-CBCC-3399-2F25A6BA464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14" name="Group 13">
              <a:extLst>
                <a:ext uri="{FF2B5EF4-FFF2-40B4-BE49-F238E27FC236}">
                  <a16:creationId xmlns:a16="http://schemas.microsoft.com/office/drawing/2014/main" id="{E22AB232-FAFB-046D-503E-F163B7397A5F}"/>
                </a:ext>
              </a:extLst>
            </p:cNvPr>
            <p:cNvGrpSpPr/>
            <p:nvPr userDrawn="1"/>
          </p:nvGrpSpPr>
          <p:grpSpPr>
            <a:xfrm>
              <a:off x="4215171" y="6105427"/>
              <a:ext cx="8272689" cy="733372"/>
              <a:chOff x="4215171" y="6105427"/>
              <a:chExt cx="8272689" cy="733372"/>
            </a:xfrm>
          </p:grpSpPr>
          <p:sp>
            <p:nvSpPr>
              <p:cNvPr id="15" name="Parallelogram 14">
                <a:extLst>
                  <a:ext uri="{FF2B5EF4-FFF2-40B4-BE49-F238E27FC236}">
                    <a16:creationId xmlns:a16="http://schemas.microsoft.com/office/drawing/2014/main" id="{3F128016-0203-F54C-ED2D-D3E5ED8D2E68}"/>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Parallelogram 15">
                <a:extLst>
                  <a:ext uri="{FF2B5EF4-FFF2-40B4-BE49-F238E27FC236}">
                    <a16:creationId xmlns:a16="http://schemas.microsoft.com/office/drawing/2014/main" id="{24468F26-240F-61A0-200F-3E1F47901382}"/>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
        <p:nvSpPr>
          <p:cNvPr id="2" name="Vertical Title 1">
            <a:extLst>
              <a:ext uri="{FF2B5EF4-FFF2-40B4-BE49-F238E27FC236}">
                <a16:creationId xmlns:a16="http://schemas.microsoft.com/office/drawing/2014/main" id="{F7007A40-E17B-3CD5-F9DB-4A059AB80038}"/>
              </a:ext>
            </a:extLst>
          </p:cNvPr>
          <p:cNvSpPr>
            <a:spLocks noGrp="1"/>
          </p:cNvSpPr>
          <p:nvPr>
            <p:ph type="title" orient="vert"/>
          </p:nvPr>
        </p:nvSpPr>
        <p:spPr>
          <a:xfrm>
            <a:off x="8724901" y="365125"/>
            <a:ext cx="2628900" cy="5811838"/>
          </a:xfrm>
        </p:spPr>
        <p:txBody>
          <a:bodyPr vert="eaVert"/>
          <a:lstStyle>
            <a:lvl1pPr>
              <a:defRPr>
                <a:solidFill>
                  <a:schemeClr val="tx1"/>
                </a:solidFill>
              </a:defRPr>
            </a:lvl1p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EB718A7-C92F-0240-312D-7C8F78C1B1A8}"/>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A8E64A-1384-3BF3-8754-3BF80EFE21CF}"/>
              </a:ext>
            </a:extLst>
          </p:cNvPr>
          <p:cNvSpPr>
            <a:spLocks noGrp="1"/>
          </p:cNvSpPr>
          <p:nvPr>
            <p:ph type="dt" sz="half" idx="10"/>
          </p:nvPr>
        </p:nvSpPr>
        <p:spPr/>
        <p:txBody>
          <a:bodyPr/>
          <a:lstStyle/>
          <a:p>
            <a:fld id="{C2EFE33D-0194-47F8-ABD4-59A79CC10DED}" type="datetime1">
              <a:rPr lang="en-US" smtClean="0"/>
              <a:t>12/15/2025</a:t>
            </a:fld>
            <a:endParaRPr lang="en-US"/>
          </a:p>
        </p:txBody>
      </p:sp>
      <p:sp>
        <p:nvSpPr>
          <p:cNvPr id="5" name="Footer Placeholder 4">
            <a:extLst>
              <a:ext uri="{FF2B5EF4-FFF2-40B4-BE49-F238E27FC236}">
                <a16:creationId xmlns:a16="http://schemas.microsoft.com/office/drawing/2014/main" id="{A7B1939E-7AF4-3C40-2A04-BE76DC5D13F5}"/>
              </a:ext>
            </a:extLst>
          </p:cNvPr>
          <p:cNvSpPr>
            <a:spLocks noGrp="1"/>
          </p:cNvSpPr>
          <p:nvPr>
            <p:ph type="ftr" sz="quarter" idx="11"/>
          </p:nvPr>
        </p:nvSpPr>
        <p:spPr/>
        <p:txBody>
          <a:bodyPr/>
          <a:lstStyle/>
          <a:p>
            <a:r>
              <a:rPr lang="en-US"/>
              <a:t>By Mr. CHAHYAANDIDA ISHAYA</a:t>
            </a:r>
          </a:p>
        </p:txBody>
      </p:sp>
      <p:sp>
        <p:nvSpPr>
          <p:cNvPr id="6" name="Slide Number Placeholder 5">
            <a:extLst>
              <a:ext uri="{FF2B5EF4-FFF2-40B4-BE49-F238E27FC236}">
                <a16:creationId xmlns:a16="http://schemas.microsoft.com/office/drawing/2014/main" id="{E7083ED7-7CC3-54E8-A078-CD76AE40054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0634341"/>
      </p:ext>
    </p:extLst>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099AB-3992-84B9-4068-A7271AFADE52}"/>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F306EE7-EE91-3FB8-073D-2597DAD574A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019ED413-6BA2-9F69-2581-B957023CA16F}"/>
              </a:ext>
            </a:extLst>
          </p:cNvPr>
          <p:cNvSpPr>
            <a:spLocks noGrp="1"/>
          </p:cNvSpPr>
          <p:nvPr>
            <p:ph type="dt" sz="half" idx="10"/>
          </p:nvPr>
        </p:nvSpPr>
        <p:spPr/>
        <p:txBody>
          <a:bodyPr/>
          <a:lstStyle/>
          <a:p>
            <a:fld id="{20C629A9-E099-4C5B-987E-7054EA3D957A}" type="datetime1">
              <a:rPr lang="en-US" smtClean="0"/>
              <a:t>12/15/2025</a:t>
            </a:fld>
            <a:endParaRPr lang="en-US"/>
          </a:p>
        </p:txBody>
      </p:sp>
      <p:sp>
        <p:nvSpPr>
          <p:cNvPr id="5" name="Footer Placeholder 4">
            <a:extLst>
              <a:ext uri="{FF2B5EF4-FFF2-40B4-BE49-F238E27FC236}">
                <a16:creationId xmlns:a16="http://schemas.microsoft.com/office/drawing/2014/main" id="{430D07C1-DC47-C549-AEC6-00FD92E2A3ED}"/>
              </a:ext>
            </a:extLst>
          </p:cNvPr>
          <p:cNvSpPr>
            <a:spLocks noGrp="1"/>
          </p:cNvSpPr>
          <p:nvPr>
            <p:ph type="ftr" sz="quarter" idx="11"/>
          </p:nvPr>
        </p:nvSpPr>
        <p:spPr/>
        <p:txBody>
          <a:bodyPr/>
          <a:lstStyle/>
          <a:p>
            <a:r>
              <a:rPr lang="en-US"/>
              <a:t>By Mr. CHAHYAANDIDA ISHAYA</a:t>
            </a:r>
          </a:p>
        </p:txBody>
      </p:sp>
      <p:sp>
        <p:nvSpPr>
          <p:cNvPr id="6" name="Slide Number Placeholder 5">
            <a:extLst>
              <a:ext uri="{FF2B5EF4-FFF2-40B4-BE49-F238E27FC236}">
                <a16:creationId xmlns:a16="http://schemas.microsoft.com/office/drawing/2014/main" id="{DBA89D11-60E9-4A94-4DBA-700EF6C09FE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5479513"/>
      </p:ext>
    </p:extLst>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9E2F2D-C0D9-4DEB-A317-826D691CE388}" type="datetime1">
              <a:rPr lang="en-US" smtClean="0"/>
              <a:t>12/15/2025</a:t>
            </a:fld>
            <a:endParaRPr lang="en-US"/>
          </a:p>
        </p:txBody>
      </p:sp>
      <p:sp>
        <p:nvSpPr>
          <p:cNvPr id="5" name="Footer Placeholder 4"/>
          <p:cNvSpPr>
            <a:spLocks noGrp="1"/>
          </p:cNvSpPr>
          <p:nvPr>
            <p:ph type="ftr" sz="quarter" idx="11"/>
          </p:nvPr>
        </p:nvSpPr>
        <p:spPr/>
        <p:txBody>
          <a:bodyPr/>
          <a:lstStyle/>
          <a:p>
            <a:r>
              <a:rPr lang="en-US"/>
              <a:t>By Mr. CHAHYAANDIDA ISHAYA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2701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B75E606A-EC33-31A2-319D-0FA627F044F2}"/>
              </a:ext>
            </a:extLst>
          </p:cNvPr>
          <p:cNvGrpSpPr/>
          <p:nvPr/>
        </p:nvGrpSpPr>
        <p:grpSpPr>
          <a:xfrm>
            <a:off x="333461" y="282332"/>
            <a:ext cx="11421659" cy="1408356"/>
            <a:chOff x="333462" y="282332"/>
            <a:chExt cx="11421658" cy="1408356"/>
          </a:xfrm>
        </p:grpSpPr>
        <p:sp>
          <p:nvSpPr>
            <p:cNvPr id="7" name="Rectangle: Diagonal Corners Rounded 6">
              <a:extLst>
                <a:ext uri="{FF2B5EF4-FFF2-40B4-BE49-F238E27FC236}">
                  <a16:creationId xmlns:a16="http://schemas.microsoft.com/office/drawing/2014/main" id="{C8B3B5E4-3983-34DF-4899-EDA4B1665872}"/>
                </a:ext>
              </a:extLst>
            </p:cNvPr>
            <p:cNvSpPr/>
            <p:nvPr userDrawn="1"/>
          </p:nvSpPr>
          <p:spPr>
            <a:xfrm>
              <a:off x="345440" y="298213"/>
              <a:ext cx="11409680" cy="1392475"/>
            </a:xfrm>
            <a:prstGeom prst="round2DiagRect">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dirty="0"/>
            </a:p>
          </p:txBody>
        </p:sp>
        <p:grpSp>
          <p:nvGrpSpPr>
            <p:cNvPr id="21" name="Group 20">
              <a:extLst>
                <a:ext uri="{FF2B5EF4-FFF2-40B4-BE49-F238E27FC236}">
                  <a16:creationId xmlns:a16="http://schemas.microsoft.com/office/drawing/2014/main" id="{FD3D1E5F-EB9C-11AF-2248-386912F2DA6A}"/>
                </a:ext>
              </a:extLst>
            </p:cNvPr>
            <p:cNvGrpSpPr/>
            <p:nvPr userDrawn="1"/>
          </p:nvGrpSpPr>
          <p:grpSpPr>
            <a:xfrm>
              <a:off x="333462" y="282332"/>
              <a:ext cx="7372304" cy="230715"/>
              <a:chOff x="4193627" y="6155280"/>
              <a:chExt cx="8272689" cy="702720"/>
            </a:xfrm>
            <a:solidFill>
              <a:srgbClr val="E1EBF5"/>
            </a:solidFill>
          </p:grpSpPr>
          <p:sp>
            <p:nvSpPr>
              <p:cNvPr id="22" name="Parallelogram 21">
                <a:extLst>
                  <a:ext uri="{FF2B5EF4-FFF2-40B4-BE49-F238E27FC236}">
                    <a16:creationId xmlns:a16="http://schemas.microsoft.com/office/drawing/2014/main" id="{4C09520F-8CD2-9C50-E42A-7803ED596F9D}"/>
                  </a:ext>
                </a:extLst>
              </p:cNvPr>
              <p:cNvSpPr/>
              <p:nvPr userDrawn="1"/>
            </p:nvSpPr>
            <p:spPr>
              <a:xfrm>
                <a:off x="4193627" y="6176815"/>
                <a:ext cx="8272689" cy="681185"/>
              </a:xfrm>
              <a:prstGeom prst="parallelogram">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3" name="Parallelogram 22">
                <a:extLst>
                  <a:ext uri="{FF2B5EF4-FFF2-40B4-BE49-F238E27FC236}">
                    <a16:creationId xmlns:a16="http://schemas.microsoft.com/office/drawing/2014/main" id="{9BA02415-D149-7982-3CE3-6F886598DBC0}"/>
                  </a:ext>
                </a:extLst>
              </p:cNvPr>
              <p:cNvSpPr/>
              <p:nvPr userDrawn="1"/>
            </p:nvSpPr>
            <p:spPr>
              <a:xfrm rot="449905">
                <a:off x="4270076" y="6155280"/>
                <a:ext cx="259221" cy="562753"/>
              </a:xfrm>
              <a:prstGeom prst="parallelogram">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cxnSp>
          <p:nvCxnSpPr>
            <p:cNvPr id="28" name="Straight Connector 27">
              <a:extLst>
                <a:ext uri="{FF2B5EF4-FFF2-40B4-BE49-F238E27FC236}">
                  <a16:creationId xmlns:a16="http://schemas.microsoft.com/office/drawing/2014/main" id="{ED33305C-5C0E-BE12-2902-81C797D6B8C2}"/>
                </a:ext>
              </a:extLst>
            </p:cNvPr>
            <p:cNvCxnSpPr>
              <a:cxnSpLocks/>
            </p:cNvCxnSpPr>
            <p:nvPr userDrawn="1"/>
          </p:nvCxnSpPr>
          <p:spPr>
            <a:xfrm>
              <a:off x="909511" y="404245"/>
              <a:ext cx="6855513" cy="0"/>
            </a:xfrm>
            <a:prstGeom prst="line">
              <a:avLst/>
            </a:prstGeom>
            <a:ln>
              <a:solidFill>
                <a:srgbClr val="144B8C"/>
              </a:solidFill>
              <a:headEnd type="none" w="med" len="med"/>
              <a:tailEnd type="none" w="med" len="med"/>
            </a:ln>
          </p:spPr>
          <p:style>
            <a:lnRef idx="3">
              <a:schemeClr val="dk1"/>
            </a:lnRef>
            <a:fillRef idx="0">
              <a:schemeClr val="dk1"/>
            </a:fillRef>
            <a:effectRef idx="2">
              <a:schemeClr val="dk1"/>
            </a:effectRef>
            <a:fontRef idx="minor">
              <a:schemeClr val="tx1"/>
            </a:fontRef>
          </p:style>
        </p:cxnSp>
      </p:grpSp>
      <p:pic>
        <p:nvPicPr>
          <p:cNvPr id="17" name="Picture 16" descr="A close-up of a circuit board&#10;&#10;AI-generated content may be incorrect.">
            <a:extLst>
              <a:ext uri="{FF2B5EF4-FFF2-40B4-BE49-F238E27FC236}">
                <a16:creationId xmlns:a16="http://schemas.microsoft.com/office/drawing/2014/main" id="{714606FA-00D1-A164-B031-0F538F906CE8}"/>
              </a:ext>
            </a:extLst>
          </p:cNvPr>
          <p:cNvPicPr>
            <a:picLocks noChangeAspect="1"/>
          </p:cNvPicPr>
          <p:nvPr/>
        </p:nvPicPr>
        <p:blipFill>
          <a:blip r:embed="rId15">
            <a:alphaModFix amt="50000"/>
            <a:extLst>
              <a:ext uri="{28A0092B-C50C-407E-A947-70E740481C1C}">
                <a14:useLocalDpi xmlns:a14="http://schemas.microsoft.com/office/drawing/2010/main" val="0"/>
              </a:ext>
            </a:extLst>
          </a:blip>
          <a:stretch>
            <a:fillRect/>
          </a:stretch>
        </p:blipFill>
        <p:spPr>
          <a:xfrm>
            <a:off x="0" y="0"/>
            <a:ext cx="12192000" cy="6041878"/>
          </a:xfrm>
          <a:prstGeom prst="rect">
            <a:avLst/>
          </a:prstGeom>
        </p:spPr>
      </p:pic>
      <p:sp>
        <p:nvSpPr>
          <p:cNvPr id="2" name="Title Placeholder 1">
            <a:extLst>
              <a:ext uri="{FF2B5EF4-FFF2-40B4-BE49-F238E27FC236}">
                <a16:creationId xmlns:a16="http://schemas.microsoft.com/office/drawing/2014/main" id="{7BE54941-0B97-2A3B-DB46-9E6ABB0B0D4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88051DE0-5A2F-0A9D-EAAA-1DAB7C8FD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3ED00A14-4634-39C5-789E-B83B3F7C8B3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29CE325B-8CF7-416C-B2BE-B6E74D26A08F}" type="datetime1">
              <a:rPr lang="en-US" smtClean="0"/>
              <a:t>12/15/2025</a:t>
            </a:fld>
            <a:endParaRPr lang="en-US"/>
          </a:p>
        </p:txBody>
      </p:sp>
      <p:sp>
        <p:nvSpPr>
          <p:cNvPr id="5" name="Footer Placeholder 4">
            <a:extLst>
              <a:ext uri="{FF2B5EF4-FFF2-40B4-BE49-F238E27FC236}">
                <a16:creationId xmlns:a16="http://schemas.microsoft.com/office/drawing/2014/main" id="{251761AF-FFFC-F114-B3FA-469A62E98CC7}"/>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b="1">
                <a:solidFill>
                  <a:schemeClr val="bg1"/>
                </a:solidFill>
                <a:latin typeface="Kristen ITC" panose="03050502040202030202" pitchFamily="66" charset="0"/>
              </a:defRPr>
            </a:lvl1pPr>
          </a:lstStyle>
          <a:p>
            <a:r>
              <a:rPr lang="en-US"/>
              <a:t>By Mr. CHAHYAANDIDA ISHAYA</a:t>
            </a:r>
          </a:p>
        </p:txBody>
      </p:sp>
      <p:sp>
        <p:nvSpPr>
          <p:cNvPr id="6" name="Slide Number Placeholder 5">
            <a:extLst>
              <a:ext uri="{FF2B5EF4-FFF2-40B4-BE49-F238E27FC236}">
                <a16:creationId xmlns:a16="http://schemas.microsoft.com/office/drawing/2014/main" id="{51475ED8-89B9-97BF-9E33-6D3D6CDE8337}"/>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bg1"/>
                </a:solidFill>
              </a:defRPr>
            </a:lvl1pPr>
          </a:lstStyle>
          <a:p>
            <a:fld id="{C1FF6DA9-008F-8B48-92A6-B652298478BF}" type="slidenum">
              <a:rPr lang="en-US" smtClean="0"/>
              <a:t>‹#›</a:t>
            </a:fld>
            <a:endParaRPr lang="en-US"/>
          </a:p>
        </p:txBody>
      </p:sp>
      <p:grpSp>
        <p:nvGrpSpPr>
          <p:cNvPr id="34" name="Group 33">
            <a:extLst>
              <a:ext uri="{FF2B5EF4-FFF2-40B4-BE49-F238E27FC236}">
                <a16:creationId xmlns:a16="http://schemas.microsoft.com/office/drawing/2014/main" id="{EE174717-FE33-ACBC-A2F5-ACD841D83F03}"/>
              </a:ext>
            </a:extLst>
          </p:cNvPr>
          <p:cNvGrpSpPr/>
          <p:nvPr/>
        </p:nvGrpSpPr>
        <p:grpSpPr>
          <a:xfrm>
            <a:off x="1" y="6041880"/>
            <a:ext cx="12487860" cy="796921"/>
            <a:chOff x="0" y="6041878"/>
            <a:chExt cx="12487860" cy="796921"/>
          </a:xfrm>
        </p:grpSpPr>
        <p:sp>
          <p:nvSpPr>
            <p:cNvPr id="12" name="Rectangle 11">
              <a:extLst>
                <a:ext uri="{FF2B5EF4-FFF2-40B4-BE49-F238E27FC236}">
                  <a16:creationId xmlns:a16="http://schemas.microsoft.com/office/drawing/2014/main" id="{54915442-1E6E-89F6-425D-208869B67C6A}"/>
                </a:ext>
              </a:extLst>
            </p:cNvPr>
            <p:cNvSpPr/>
            <p:nvPr userDrawn="1"/>
          </p:nvSpPr>
          <p:spPr>
            <a:xfrm>
              <a:off x="0" y="6045200"/>
              <a:ext cx="12192000" cy="676275"/>
            </a:xfrm>
            <a:prstGeom prst="rect">
              <a:avLst/>
            </a:prstGeom>
            <a:solidFill>
              <a:srgbClr val="E1E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pic>
          <p:nvPicPr>
            <p:cNvPr id="14" name="Picture 13" descr="Blue text on a black background&#10;&#10;AI-generated content may be incorrect.">
              <a:extLst>
                <a:ext uri="{FF2B5EF4-FFF2-40B4-BE49-F238E27FC236}">
                  <a16:creationId xmlns:a16="http://schemas.microsoft.com/office/drawing/2014/main" id="{630399B4-0142-6072-DAB7-D611AD9C39FA}"/>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563883" y="6041878"/>
              <a:ext cx="2250438" cy="695478"/>
            </a:xfrm>
            <a:prstGeom prst="rect">
              <a:avLst/>
            </a:prstGeom>
          </p:spPr>
        </p:pic>
        <p:grpSp>
          <p:nvGrpSpPr>
            <p:cNvPr id="25" name="Group 24">
              <a:extLst>
                <a:ext uri="{FF2B5EF4-FFF2-40B4-BE49-F238E27FC236}">
                  <a16:creationId xmlns:a16="http://schemas.microsoft.com/office/drawing/2014/main" id="{C2DFDE7B-101C-0BD0-B49E-9B0DDA709BB0}"/>
                </a:ext>
              </a:extLst>
            </p:cNvPr>
            <p:cNvGrpSpPr/>
            <p:nvPr userDrawn="1"/>
          </p:nvGrpSpPr>
          <p:grpSpPr>
            <a:xfrm>
              <a:off x="4215171" y="6105427"/>
              <a:ext cx="8272689" cy="733372"/>
              <a:chOff x="4215171" y="6105427"/>
              <a:chExt cx="8272689" cy="733372"/>
            </a:xfrm>
          </p:grpSpPr>
          <p:sp>
            <p:nvSpPr>
              <p:cNvPr id="18" name="Parallelogram 17">
                <a:extLst>
                  <a:ext uri="{FF2B5EF4-FFF2-40B4-BE49-F238E27FC236}">
                    <a16:creationId xmlns:a16="http://schemas.microsoft.com/office/drawing/2014/main" id="{DFD6BCDC-223D-34C6-A8C3-F02FA57F96A4}"/>
                  </a:ext>
                </a:extLst>
              </p:cNvPr>
              <p:cNvSpPr/>
              <p:nvPr userDrawn="1"/>
            </p:nvSpPr>
            <p:spPr>
              <a:xfrm>
                <a:off x="4215171" y="6162523"/>
                <a:ext cx="8272689" cy="676276"/>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4" name="Parallelogram 23">
                <a:extLst>
                  <a:ext uri="{FF2B5EF4-FFF2-40B4-BE49-F238E27FC236}">
                    <a16:creationId xmlns:a16="http://schemas.microsoft.com/office/drawing/2014/main" id="{43D50BC1-1740-916B-AD3A-1F88AB31C215}"/>
                  </a:ext>
                </a:extLst>
              </p:cNvPr>
              <p:cNvSpPr/>
              <p:nvPr userDrawn="1"/>
            </p:nvSpPr>
            <p:spPr>
              <a:xfrm>
                <a:off x="4266564" y="6105427"/>
                <a:ext cx="555302" cy="504263"/>
              </a:xfrm>
              <a:prstGeom prst="parallelogram">
                <a:avLst/>
              </a:prstGeom>
              <a:solidFill>
                <a:srgbClr val="144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grpSp>
    </p:spTree>
    <p:extLst>
      <p:ext uri="{BB962C8B-B14F-4D97-AF65-F5344CB8AC3E}">
        <p14:creationId xmlns:p14="http://schemas.microsoft.com/office/powerpoint/2010/main" val="21975565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chemeClr val="accent1"/>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chemeClr val="accent1"/>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chemeClr val="accent1"/>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accent1"/>
                      </p:to>
                    </p:animClr>
                  </p:sub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accent1"/>
                      </p:to>
                    </p:animClr>
                  </p:sub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accent1"/>
                      </p:to>
                    </p:animClr>
                  </p:sub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accent1"/>
                      </p:to>
                    </p:animClr>
                  </p:sub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accent1"/>
                      </p:to>
                    </p:animClr>
                  </p:subTnLst>
                </p:cTn>
              </p:par>
            </p:tnLst>
          </p:tmpl>
        </p:tmplLst>
      </p:bldP>
    </p:bldLst>
  </p:timing>
  <p:hf hdr="0" dt="0"/>
  <p:txStyles>
    <p:titleStyle>
      <a:lvl1pPr algn="l" defTabSz="685800" rtl="0" eaLnBrk="1" latinLnBrk="0" hangingPunct="1">
        <a:lnSpc>
          <a:spcPct val="90000"/>
        </a:lnSpc>
        <a:spcBef>
          <a:spcPct val="0"/>
        </a:spcBef>
        <a:buNone/>
        <a:defRPr sz="3300" b="1" kern="1200">
          <a:solidFill>
            <a:schemeClr val="bg1"/>
          </a:solidFill>
          <a:latin typeface="Segoe UI Black" panose="020B0A02040204020203" pitchFamily="34" charset="0"/>
          <a:ea typeface="Segoe UI Black" panose="020B0A02040204020203" pitchFamily="34" charset="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t>Heart Disease Prediction Using Machine Learning Algorithms</a:t>
            </a:r>
          </a:p>
        </p:txBody>
      </p:sp>
      <p:sp>
        <p:nvSpPr>
          <p:cNvPr id="3" name="Subtitle 2"/>
          <p:cNvSpPr>
            <a:spLocks noGrp="1"/>
          </p:cNvSpPr>
          <p:nvPr>
            <p:ph type="subTitle" idx="1"/>
          </p:nvPr>
        </p:nvSpPr>
        <p:spPr/>
        <p:txBody>
          <a:bodyPr/>
          <a:lstStyle/>
          <a:p>
            <a:r>
              <a:rPr dirty="0"/>
              <a:t>Paper Review Presentation</a:t>
            </a:r>
          </a:p>
          <a:p>
            <a:r>
              <a:rPr dirty="0"/>
              <a:t>Reviewed by: </a:t>
            </a:r>
            <a:r>
              <a:rPr b="1" dirty="0"/>
              <a:t>Chahyaandida Ishaya</a:t>
            </a:r>
          </a:p>
          <a:p>
            <a:r>
              <a:rPr dirty="0"/>
              <a:t>Course: AIE504 – Machine Learning</a:t>
            </a:r>
          </a:p>
          <a:p>
            <a:r>
              <a:rPr dirty="0"/>
              <a:t>Istanbul Okan University</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&amp; Purpose</a:t>
            </a:r>
          </a:p>
        </p:txBody>
      </p:sp>
      <p:sp>
        <p:nvSpPr>
          <p:cNvPr id="3" name="Content Placeholder 2"/>
          <p:cNvSpPr>
            <a:spLocks noGrp="1"/>
          </p:cNvSpPr>
          <p:nvPr>
            <p:ph idx="1"/>
          </p:nvPr>
        </p:nvSpPr>
        <p:spPr/>
        <p:txBody>
          <a:bodyPr/>
          <a:lstStyle/>
          <a:p>
            <a:pPr marL="0" indent="0" algn="just">
              <a:buNone/>
            </a:pPr>
            <a:r>
              <a:rPr dirty="0"/>
              <a:t>This presentation reviews the paper 'Heart Disease Prediction Using Machine Learning Algorithms' by Harshit Jindal et al. It evaluates the originality, objectives, methodology, findings, practical relevance, and contribution to machine learning in healthcare.</a:t>
            </a:r>
          </a:p>
        </p:txBody>
      </p:sp>
      <p:sp>
        <p:nvSpPr>
          <p:cNvPr id="4" name="Footer Placeholder 3">
            <a:extLst>
              <a:ext uri="{FF2B5EF4-FFF2-40B4-BE49-F238E27FC236}">
                <a16:creationId xmlns:a16="http://schemas.microsoft.com/office/drawing/2014/main" id="{CDD19519-A1AC-F67F-FBE7-174AFFECEBF0}"/>
              </a:ext>
            </a:extLst>
          </p:cNvPr>
          <p:cNvSpPr>
            <a:spLocks noGrp="1"/>
          </p:cNvSpPr>
          <p:nvPr>
            <p:ph type="ftr" sz="quarter" idx="11"/>
          </p:nvPr>
        </p:nvSpPr>
        <p:spPr/>
        <p:txBody>
          <a:bodyPr/>
          <a:lstStyle/>
          <a:p>
            <a:r>
              <a:rPr lang="en-US" dirty="0"/>
              <a:t>By Mr. CHAHYAANDIDA ISHAYA</a:t>
            </a:r>
          </a:p>
        </p:txBody>
      </p:sp>
      <p:sp>
        <p:nvSpPr>
          <p:cNvPr id="5" name="Slide Number Placeholder 4">
            <a:extLst>
              <a:ext uri="{FF2B5EF4-FFF2-40B4-BE49-F238E27FC236}">
                <a16:creationId xmlns:a16="http://schemas.microsoft.com/office/drawing/2014/main" id="{A8440BB7-E647-E316-7596-68D97AC3B7EC}"/>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Paper Overview</a:t>
            </a:r>
          </a:p>
        </p:txBody>
      </p:sp>
      <p:sp>
        <p:nvSpPr>
          <p:cNvPr id="3" name="Content Placeholder 2"/>
          <p:cNvSpPr>
            <a:spLocks noGrp="1"/>
          </p:cNvSpPr>
          <p:nvPr>
            <p:ph idx="1"/>
          </p:nvPr>
        </p:nvSpPr>
        <p:spPr/>
        <p:txBody>
          <a:bodyPr/>
          <a:lstStyle/>
          <a:p>
            <a:pPr marL="0" indent="0">
              <a:buNone/>
            </a:pPr>
            <a:r>
              <a:rPr dirty="0"/>
              <a:t>The paper proposes an Effective Heart Disease Prediction System (EHDPS) using supervised machine learning algorithms to predict whether a patient has heart disease.</a:t>
            </a:r>
          </a:p>
        </p:txBody>
      </p:sp>
      <p:sp>
        <p:nvSpPr>
          <p:cNvPr id="4" name="Footer Placeholder 3">
            <a:extLst>
              <a:ext uri="{FF2B5EF4-FFF2-40B4-BE49-F238E27FC236}">
                <a16:creationId xmlns:a16="http://schemas.microsoft.com/office/drawing/2014/main" id="{1CDBED86-D6DD-F962-7979-1AD489B692B4}"/>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3065D8E1-7ED6-D1A8-E07E-F69EFB981FB7}"/>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Authors &amp; Publication</a:t>
            </a:r>
          </a:p>
        </p:txBody>
      </p:sp>
      <p:sp>
        <p:nvSpPr>
          <p:cNvPr id="3" name="Content Placeholder 2"/>
          <p:cNvSpPr>
            <a:spLocks noGrp="1"/>
          </p:cNvSpPr>
          <p:nvPr>
            <p:ph idx="1"/>
          </p:nvPr>
        </p:nvSpPr>
        <p:spPr/>
        <p:txBody>
          <a:bodyPr/>
          <a:lstStyle/>
          <a:p>
            <a:r>
              <a:t>Authors: Harshit Jindal, Sarthak Agrawal, Rishabh Khera, Rachna Jain, Preeti Nagrath</a:t>
            </a:r>
          </a:p>
          <a:p>
            <a:r>
              <a:t>Journal: IOP Conference Series: Materials Science and Engineering</a:t>
            </a:r>
          </a:p>
          <a:p>
            <a:r>
              <a:t>Year: 2021</a:t>
            </a:r>
          </a:p>
        </p:txBody>
      </p:sp>
      <p:sp>
        <p:nvSpPr>
          <p:cNvPr id="4" name="Footer Placeholder 3">
            <a:extLst>
              <a:ext uri="{FF2B5EF4-FFF2-40B4-BE49-F238E27FC236}">
                <a16:creationId xmlns:a16="http://schemas.microsoft.com/office/drawing/2014/main" id="{1C8FF2A5-0D9C-7D26-4BBB-0BCB30ACA465}"/>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1D2B0C04-A60D-97C8-67B3-18ABAB37357D}"/>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Problem &amp; Objectives</a:t>
            </a:r>
          </a:p>
        </p:txBody>
      </p:sp>
      <p:sp>
        <p:nvSpPr>
          <p:cNvPr id="3" name="Content Placeholder 2"/>
          <p:cNvSpPr>
            <a:spLocks noGrp="1"/>
          </p:cNvSpPr>
          <p:nvPr>
            <p:ph idx="1"/>
          </p:nvPr>
        </p:nvSpPr>
        <p:spPr/>
        <p:txBody>
          <a:bodyPr/>
          <a:lstStyle/>
          <a:p>
            <a:r>
              <a:rPr dirty="0"/>
              <a:t>Primary Objective:</a:t>
            </a:r>
          </a:p>
          <a:p>
            <a:pPr marL="0" indent="0">
              <a:buNone/>
            </a:pPr>
            <a:r>
              <a:rPr lang="en-US" dirty="0"/>
              <a:t>	</a:t>
            </a:r>
            <a:r>
              <a:rPr dirty="0"/>
              <a:t>- Predict heart disease accurately and cost-effectively.</a:t>
            </a:r>
          </a:p>
          <a:p>
            <a:endParaRPr dirty="0"/>
          </a:p>
          <a:p>
            <a:r>
              <a:rPr dirty="0"/>
              <a:t>Secondary Objectives:</a:t>
            </a:r>
          </a:p>
          <a:p>
            <a:pPr marL="0" indent="0">
              <a:buNone/>
            </a:pPr>
            <a:r>
              <a:rPr lang="en-US" dirty="0"/>
              <a:t>	</a:t>
            </a:r>
            <a:r>
              <a:rPr dirty="0"/>
              <a:t>- Compare multiple ML classifiers.</a:t>
            </a:r>
          </a:p>
          <a:p>
            <a:pPr marL="0" indent="0">
              <a:buNone/>
            </a:pPr>
            <a:r>
              <a:rPr lang="en-US" dirty="0"/>
              <a:t>	</a:t>
            </a:r>
            <a:r>
              <a:rPr dirty="0"/>
              <a:t>- Improve prediction accuracy using multiple attributes.</a:t>
            </a:r>
          </a:p>
        </p:txBody>
      </p:sp>
      <p:sp>
        <p:nvSpPr>
          <p:cNvPr id="4" name="Footer Placeholder 3">
            <a:extLst>
              <a:ext uri="{FF2B5EF4-FFF2-40B4-BE49-F238E27FC236}">
                <a16:creationId xmlns:a16="http://schemas.microsoft.com/office/drawing/2014/main" id="{C58D1C25-B675-10F4-38F3-F262611FBE8E}"/>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CFC7AEEB-0548-C10B-5680-BB61CC8EB1BC}"/>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Description</a:t>
            </a:r>
          </a:p>
        </p:txBody>
      </p:sp>
      <p:sp>
        <p:nvSpPr>
          <p:cNvPr id="3" name="Content Placeholder 2"/>
          <p:cNvSpPr>
            <a:spLocks noGrp="1"/>
          </p:cNvSpPr>
          <p:nvPr>
            <p:ph idx="1"/>
          </p:nvPr>
        </p:nvSpPr>
        <p:spPr/>
        <p:txBody>
          <a:bodyPr/>
          <a:lstStyle/>
          <a:p>
            <a:r>
              <a:rPr b="1" dirty="0"/>
              <a:t>Dataset Source: </a:t>
            </a:r>
            <a:r>
              <a:rPr dirty="0"/>
              <a:t>UCI Heart Disease Dataset</a:t>
            </a:r>
          </a:p>
          <a:p>
            <a:r>
              <a:rPr b="1" dirty="0"/>
              <a:t>Sample Size: </a:t>
            </a:r>
            <a:r>
              <a:rPr dirty="0"/>
              <a:t>303–304 patients</a:t>
            </a:r>
          </a:p>
          <a:p>
            <a:r>
              <a:rPr b="1" dirty="0"/>
              <a:t>Attributes: </a:t>
            </a:r>
            <a:r>
              <a:rPr dirty="0"/>
              <a:t>13–14 medical attributes including age, sex, chest pain, blood pressure, cholesterol.</a:t>
            </a:r>
          </a:p>
        </p:txBody>
      </p:sp>
      <p:sp>
        <p:nvSpPr>
          <p:cNvPr id="4" name="Footer Placeholder 3">
            <a:extLst>
              <a:ext uri="{FF2B5EF4-FFF2-40B4-BE49-F238E27FC236}">
                <a16:creationId xmlns:a16="http://schemas.microsoft.com/office/drawing/2014/main" id="{304671EB-6333-69C2-FDB4-BBAC9250EE6C}"/>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A272C940-0165-386E-8984-5AE727B4F7F7}"/>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lstStyle/>
          <a:p>
            <a:r>
              <a:rPr dirty="0"/>
              <a:t>Steps involved:</a:t>
            </a:r>
          </a:p>
          <a:p>
            <a:pPr marL="0" indent="0">
              <a:buNone/>
            </a:pPr>
            <a:r>
              <a:rPr lang="en-US" dirty="0"/>
              <a:t>	</a:t>
            </a:r>
            <a:r>
              <a:rPr dirty="0"/>
              <a:t>- Data cleaning and handling missing values</a:t>
            </a:r>
          </a:p>
          <a:p>
            <a:pPr marL="0" indent="0">
              <a:buNone/>
            </a:pPr>
            <a:r>
              <a:rPr lang="en-US" dirty="0"/>
              <a:t>	</a:t>
            </a:r>
            <a:r>
              <a:rPr dirty="0"/>
              <a:t>- Normalization of features (important for KNN)</a:t>
            </a:r>
          </a:p>
          <a:p>
            <a:pPr marL="0" indent="0">
              <a:buNone/>
            </a:pPr>
            <a:r>
              <a:rPr lang="en-US" dirty="0"/>
              <a:t>	</a:t>
            </a:r>
            <a:r>
              <a:rPr dirty="0"/>
              <a:t>- Dataset splitting into training and testing sets</a:t>
            </a:r>
          </a:p>
        </p:txBody>
      </p:sp>
      <p:sp>
        <p:nvSpPr>
          <p:cNvPr id="4" name="Footer Placeholder 3">
            <a:extLst>
              <a:ext uri="{FF2B5EF4-FFF2-40B4-BE49-F238E27FC236}">
                <a16:creationId xmlns:a16="http://schemas.microsoft.com/office/drawing/2014/main" id="{0BDA6F02-7C0E-409F-DC63-FE22443E8970}"/>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02530E92-7B97-3CEE-DFE9-1FC2D653BDA4}"/>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Machine Learning Algorithms Used</a:t>
            </a:r>
          </a:p>
        </p:txBody>
      </p:sp>
      <p:sp>
        <p:nvSpPr>
          <p:cNvPr id="3" name="Content Placeholder 2"/>
          <p:cNvSpPr>
            <a:spLocks noGrp="1"/>
          </p:cNvSpPr>
          <p:nvPr>
            <p:ph idx="1"/>
          </p:nvPr>
        </p:nvSpPr>
        <p:spPr/>
        <p:txBody>
          <a:bodyPr/>
          <a:lstStyle/>
          <a:p>
            <a:pPr marL="0" indent="0">
              <a:buNone/>
            </a:pPr>
            <a:r>
              <a:rPr dirty="0"/>
              <a:t>1. Logistic Regression</a:t>
            </a:r>
          </a:p>
          <a:p>
            <a:pPr marL="0" indent="0">
              <a:buNone/>
            </a:pPr>
            <a:r>
              <a:rPr dirty="0"/>
              <a:t>2. K-Nearest Neighbors (KNN)</a:t>
            </a:r>
          </a:p>
          <a:p>
            <a:pPr marL="0" indent="0">
              <a:buNone/>
            </a:pPr>
            <a:r>
              <a:rPr dirty="0"/>
              <a:t>3. Random Forest</a:t>
            </a:r>
          </a:p>
          <a:p>
            <a:endParaRPr dirty="0"/>
          </a:p>
          <a:p>
            <a:r>
              <a:rPr dirty="0"/>
              <a:t>All models were trained on the same preprocessed dataset for fair comparison.</a:t>
            </a:r>
          </a:p>
        </p:txBody>
      </p:sp>
      <p:sp>
        <p:nvSpPr>
          <p:cNvPr id="4" name="Footer Placeholder 3">
            <a:extLst>
              <a:ext uri="{FF2B5EF4-FFF2-40B4-BE49-F238E27FC236}">
                <a16:creationId xmlns:a16="http://schemas.microsoft.com/office/drawing/2014/main" id="{77576097-D872-E8EE-3F8F-A9AB22E5CC2A}"/>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7C4E25CF-5C5A-C4B2-0B6B-CDB8D97834D9}"/>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Algorithms Used</a:t>
            </a:r>
            <a:endParaRPr dirty="0"/>
          </a:p>
        </p:txBody>
      </p:sp>
      <p:sp>
        <p:nvSpPr>
          <p:cNvPr id="3" name="Content Placeholder 2"/>
          <p:cNvSpPr>
            <a:spLocks noGrp="1"/>
          </p:cNvSpPr>
          <p:nvPr>
            <p:ph idx="1"/>
          </p:nvPr>
        </p:nvSpPr>
        <p:spPr/>
        <p:txBody>
          <a:bodyPr/>
          <a:lstStyle/>
          <a:p>
            <a:pPr algn="just"/>
            <a:r>
              <a:rPr lang="en-GB" b="1" dirty="0"/>
              <a:t>Logistic Regression: </a:t>
            </a:r>
            <a:r>
              <a:rPr dirty="0"/>
              <a:t>A supervised learning algorithm that predicts the probability of heart disease using a weighted combination of input features and applies a binary threshold.</a:t>
            </a:r>
            <a:endParaRPr lang="en-US" dirty="0"/>
          </a:p>
          <a:p>
            <a:pPr algn="just"/>
            <a:r>
              <a:rPr lang="en-US" b="1" dirty="0"/>
              <a:t>K-Nearest Neighbors (KNN): </a:t>
            </a:r>
            <a:r>
              <a:rPr lang="en-US" dirty="0"/>
              <a:t>A non-parametric, instance-based algorithm that classifies patients based on the majority class of the nearest neighbors in feature space.</a:t>
            </a:r>
          </a:p>
          <a:p>
            <a:pPr algn="just"/>
            <a:r>
              <a:rPr lang="en-US" b="1" dirty="0"/>
              <a:t>Random Forest: </a:t>
            </a:r>
            <a:r>
              <a:rPr lang="en-US" dirty="0"/>
              <a:t>An ensemble learning technique using multiple decision trees trained on bootstrapped samples, with final predictions based on majority voting.</a:t>
            </a:r>
          </a:p>
          <a:p>
            <a:endParaRPr lang="en-US" dirty="0"/>
          </a:p>
          <a:p>
            <a:endParaRPr dirty="0"/>
          </a:p>
        </p:txBody>
      </p:sp>
      <p:sp>
        <p:nvSpPr>
          <p:cNvPr id="4" name="Footer Placeholder 3">
            <a:extLst>
              <a:ext uri="{FF2B5EF4-FFF2-40B4-BE49-F238E27FC236}">
                <a16:creationId xmlns:a16="http://schemas.microsoft.com/office/drawing/2014/main" id="{4339BAD3-2CEB-5AE3-3D49-0C9E449AB29C}"/>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9CEB7705-9611-0BDD-DDF5-43199138C82F}"/>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Working Principle</a:t>
            </a:r>
          </a:p>
        </p:txBody>
      </p:sp>
      <p:sp>
        <p:nvSpPr>
          <p:cNvPr id="3" name="Content Placeholder 2"/>
          <p:cNvSpPr>
            <a:spLocks noGrp="1"/>
          </p:cNvSpPr>
          <p:nvPr>
            <p:ph idx="1"/>
          </p:nvPr>
        </p:nvSpPr>
        <p:spPr/>
        <p:txBody>
          <a:bodyPr/>
          <a:lstStyle/>
          <a:p>
            <a:r>
              <a:t>Patient medical attributes are input into the system.</a:t>
            </a:r>
          </a:p>
          <a:p>
            <a:r>
              <a:t>The model outputs a binary prediction: heart disease or no heart disease.</a:t>
            </a:r>
          </a:p>
          <a:p>
            <a:r>
              <a:t>Graphical outputs help interpret predictions by age, gender, BP, and chest pain.</a:t>
            </a:r>
          </a:p>
        </p:txBody>
      </p:sp>
      <p:sp>
        <p:nvSpPr>
          <p:cNvPr id="4" name="Footer Placeholder 3">
            <a:extLst>
              <a:ext uri="{FF2B5EF4-FFF2-40B4-BE49-F238E27FC236}">
                <a16:creationId xmlns:a16="http://schemas.microsoft.com/office/drawing/2014/main" id="{4137B7A4-F7F0-C221-948E-FFBE844F3ACD}"/>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C20CE625-13E2-FBD8-1156-75241E482E74}"/>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Metric</a:t>
            </a:r>
          </a:p>
        </p:txBody>
      </p:sp>
      <p:sp>
        <p:nvSpPr>
          <p:cNvPr id="3" name="Content Placeholder 2"/>
          <p:cNvSpPr>
            <a:spLocks noGrp="1"/>
          </p:cNvSpPr>
          <p:nvPr>
            <p:ph idx="1"/>
          </p:nvPr>
        </p:nvSpPr>
        <p:spPr/>
        <p:txBody>
          <a:bodyPr/>
          <a:lstStyle/>
          <a:p>
            <a:pPr marL="0" indent="0">
              <a:buNone/>
            </a:pPr>
            <a:r>
              <a:rPr b="1" dirty="0"/>
              <a:t>Primary Evaluation Metric:</a:t>
            </a:r>
          </a:p>
          <a:p>
            <a:pPr marL="0" indent="0">
              <a:buNone/>
            </a:pPr>
            <a:r>
              <a:rPr lang="en-US" dirty="0"/>
              <a:t>	</a:t>
            </a:r>
            <a:r>
              <a:rPr dirty="0"/>
              <a:t>- </a:t>
            </a:r>
            <a:r>
              <a:rPr b="1" dirty="0"/>
              <a:t>Accuracy</a:t>
            </a:r>
            <a:r>
              <a:rPr lang="en-US" b="1" dirty="0"/>
              <a:t>: </a:t>
            </a:r>
            <a:r>
              <a:rPr dirty="0"/>
              <a:t>Accuracy measures the proportion of correctly classified patients.</a:t>
            </a:r>
          </a:p>
        </p:txBody>
      </p:sp>
      <p:sp>
        <p:nvSpPr>
          <p:cNvPr id="4" name="Footer Placeholder 3">
            <a:extLst>
              <a:ext uri="{FF2B5EF4-FFF2-40B4-BE49-F238E27FC236}">
                <a16:creationId xmlns:a16="http://schemas.microsoft.com/office/drawing/2014/main" id="{34E0BEED-90B8-08D7-D054-4545E26D0669}"/>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8DFAA4FB-0717-B88B-81FC-8758CD22B310}"/>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r>
              <a:t>KNN achieved the highest accuracy of approximately 88.52%.</a:t>
            </a:r>
          </a:p>
          <a:p>
            <a:r>
              <a:t>Logistic Regression also performed well.</a:t>
            </a:r>
          </a:p>
          <a:p>
            <a:r>
              <a:t>Overall system accuracy was approximately 87.5%.</a:t>
            </a:r>
          </a:p>
        </p:txBody>
      </p:sp>
      <p:sp>
        <p:nvSpPr>
          <p:cNvPr id="4" name="Footer Placeholder 3">
            <a:extLst>
              <a:ext uri="{FF2B5EF4-FFF2-40B4-BE49-F238E27FC236}">
                <a16:creationId xmlns:a16="http://schemas.microsoft.com/office/drawing/2014/main" id="{A1B4CDC6-7962-ECDE-4690-86A6CF8B57C0}"/>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A3BC0B49-A1FA-DA88-093F-07A952666C73}"/>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 from the Authors</a:t>
            </a:r>
          </a:p>
        </p:txBody>
      </p:sp>
      <p:sp>
        <p:nvSpPr>
          <p:cNvPr id="3" name="Content Placeholder 2"/>
          <p:cNvSpPr>
            <a:spLocks noGrp="1"/>
          </p:cNvSpPr>
          <p:nvPr>
            <p:ph idx="1"/>
          </p:nvPr>
        </p:nvSpPr>
        <p:spPr/>
        <p:txBody>
          <a:bodyPr/>
          <a:lstStyle/>
          <a:p>
            <a:r>
              <a:t>Machine learning models can effectively predict heart disease.</a:t>
            </a:r>
          </a:p>
          <a:p>
            <a:r>
              <a:t>Using multiple attributes and algorithms improves accuracy.</a:t>
            </a:r>
          </a:p>
          <a:p>
            <a:r>
              <a:t>The system provides a low-cost tool for early heart disease prediction.</a:t>
            </a:r>
          </a:p>
        </p:txBody>
      </p:sp>
      <p:sp>
        <p:nvSpPr>
          <p:cNvPr id="4" name="Footer Placeholder 3">
            <a:extLst>
              <a:ext uri="{FF2B5EF4-FFF2-40B4-BE49-F238E27FC236}">
                <a16:creationId xmlns:a16="http://schemas.microsoft.com/office/drawing/2014/main" id="{67812A90-42A0-7B04-CB17-9C037D0AEECB}"/>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04420F01-9E95-11DB-5747-8164F5441BCF}"/>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Strengths of the Study</a:t>
            </a:r>
          </a:p>
        </p:txBody>
      </p:sp>
      <p:sp>
        <p:nvSpPr>
          <p:cNvPr id="3" name="Content Placeholder 2"/>
          <p:cNvSpPr>
            <a:spLocks noGrp="1"/>
          </p:cNvSpPr>
          <p:nvPr>
            <p:ph idx="1"/>
          </p:nvPr>
        </p:nvSpPr>
        <p:spPr/>
        <p:txBody>
          <a:bodyPr/>
          <a:lstStyle/>
          <a:p>
            <a:r>
              <a:t>High practical relevance due to cardiovascular disease prevalence.</a:t>
            </a:r>
          </a:p>
          <a:p>
            <a:r>
              <a:t>Use of a standard benchmark dataset.</a:t>
            </a:r>
          </a:p>
          <a:p>
            <a:r>
              <a:t>Comparison of multiple ML algorithms.</a:t>
            </a:r>
          </a:p>
          <a:p>
            <a:r>
              <a:t>Simple and reproducible ML pipeline.</a:t>
            </a:r>
          </a:p>
          <a:p>
            <a:r>
              <a:t>Use of interpretable visualizations.</a:t>
            </a:r>
          </a:p>
        </p:txBody>
      </p:sp>
      <p:sp>
        <p:nvSpPr>
          <p:cNvPr id="4" name="Footer Placeholder 3">
            <a:extLst>
              <a:ext uri="{FF2B5EF4-FFF2-40B4-BE49-F238E27FC236}">
                <a16:creationId xmlns:a16="http://schemas.microsoft.com/office/drawing/2014/main" id="{CC123749-8E35-58E3-46CC-FCD253B0A5CA}"/>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2DF385B2-A27F-10B1-5B7E-9128843242BE}"/>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Weaknesses of the Study</a:t>
            </a:r>
          </a:p>
        </p:txBody>
      </p:sp>
      <p:sp>
        <p:nvSpPr>
          <p:cNvPr id="3" name="Content Placeholder 2"/>
          <p:cNvSpPr>
            <a:spLocks noGrp="1"/>
          </p:cNvSpPr>
          <p:nvPr>
            <p:ph idx="1"/>
          </p:nvPr>
        </p:nvSpPr>
        <p:spPr/>
        <p:txBody>
          <a:bodyPr/>
          <a:lstStyle/>
          <a:p>
            <a:r>
              <a:t>Small dataset size limits generalizability.</a:t>
            </a:r>
          </a:p>
          <a:p>
            <a:r>
              <a:t>Reliance mainly on accuracy as evaluation metric.</a:t>
            </a:r>
          </a:p>
          <a:p>
            <a:r>
              <a:t>Insufficient methodological details.</a:t>
            </a:r>
          </a:p>
          <a:p>
            <a:r>
              <a:t>No comparison with clinical risk scores.</a:t>
            </a:r>
          </a:p>
          <a:p>
            <a:r>
              <a:t>No statistical significance testing.</a:t>
            </a:r>
          </a:p>
        </p:txBody>
      </p:sp>
      <p:sp>
        <p:nvSpPr>
          <p:cNvPr id="4" name="Footer Placeholder 3">
            <a:extLst>
              <a:ext uri="{FF2B5EF4-FFF2-40B4-BE49-F238E27FC236}">
                <a16:creationId xmlns:a16="http://schemas.microsoft.com/office/drawing/2014/main" id="{56849437-E715-9F89-7CC6-223BD59FA9C0}"/>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9B13381C-1DA4-8AA4-47C7-D197F2AFC30E}"/>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Validity &amp; Reliability</a:t>
            </a:r>
          </a:p>
        </p:txBody>
      </p:sp>
      <p:sp>
        <p:nvSpPr>
          <p:cNvPr id="3" name="Content Placeholder 2"/>
          <p:cNvSpPr>
            <a:spLocks noGrp="1"/>
          </p:cNvSpPr>
          <p:nvPr>
            <p:ph idx="1"/>
          </p:nvPr>
        </p:nvSpPr>
        <p:spPr/>
        <p:txBody>
          <a:bodyPr/>
          <a:lstStyle/>
          <a:p>
            <a:r>
              <a:t>Internal validity is moderately supported by standard ML practices.</a:t>
            </a:r>
          </a:p>
          <a:p>
            <a:r>
              <a:t>External validity is limited due to single dataset use.</a:t>
            </a:r>
          </a:p>
          <a:p>
            <a:r>
              <a:t>Lack of external or multi-center validation affects reliability.</a:t>
            </a:r>
          </a:p>
        </p:txBody>
      </p:sp>
      <p:sp>
        <p:nvSpPr>
          <p:cNvPr id="4" name="Footer Placeholder 3">
            <a:extLst>
              <a:ext uri="{FF2B5EF4-FFF2-40B4-BE49-F238E27FC236}">
                <a16:creationId xmlns:a16="http://schemas.microsoft.com/office/drawing/2014/main" id="{D5D2B272-2267-C28F-9D3D-5855708C14C3}"/>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56C4980E-3B19-BE99-E07D-9BF79A76A04C}"/>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79451-8B40-7D1B-7E7B-178AE2C958B3}"/>
              </a:ext>
            </a:extLst>
          </p:cNvPr>
          <p:cNvSpPr>
            <a:spLocks noGrp="1"/>
          </p:cNvSpPr>
          <p:nvPr>
            <p:ph type="title"/>
          </p:nvPr>
        </p:nvSpPr>
        <p:spPr/>
        <p:txBody>
          <a:bodyPr/>
          <a:lstStyle/>
          <a:p>
            <a:r>
              <a:rPr lang="en-US" dirty="0"/>
              <a:t>Contribution and Relevance</a:t>
            </a:r>
            <a:endParaRPr lang="en-GB" dirty="0"/>
          </a:p>
        </p:txBody>
      </p:sp>
      <p:sp>
        <p:nvSpPr>
          <p:cNvPr id="3" name="Text Placeholder 2">
            <a:extLst>
              <a:ext uri="{FF2B5EF4-FFF2-40B4-BE49-F238E27FC236}">
                <a16:creationId xmlns:a16="http://schemas.microsoft.com/office/drawing/2014/main" id="{ED171F50-4F83-6619-6A44-E21D17A53179}"/>
              </a:ext>
            </a:extLst>
          </p:cNvPr>
          <p:cNvSpPr>
            <a:spLocks noGrp="1"/>
          </p:cNvSpPr>
          <p:nvPr>
            <p:ph type="body" idx="1"/>
          </p:nvPr>
        </p:nvSpPr>
        <p:spPr/>
        <p:txBody>
          <a:bodyPr/>
          <a:lstStyle/>
          <a:p>
            <a:r>
              <a:rPr lang="en-GB" dirty="0"/>
              <a:t>Contribution to the Field</a:t>
            </a:r>
          </a:p>
        </p:txBody>
      </p:sp>
      <p:sp>
        <p:nvSpPr>
          <p:cNvPr id="4" name="Content Placeholder 3">
            <a:extLst>
              <a:ext uri="{FF2B5EF4-FFF2-40B4-BE49-F238E27FC236}">
                <a16:creationId xmlns:a16="http://schemas.microsoft.com/office/drawing/2014/main" id="{C6BF1FFF-8D8A-9DE1-5056-7C2A3B1A62F4}"/>
              </a:ext>
            </a:extLst>
          </p:cNvPr>
          <p:cNvSpPr>
            <a:spLocks noGrp="1"/>
          </p:cNvSpPr>
          <p:nvPr>
            <p:ph sz="half" idx="2"/>
          </p:nvPr>
        </p:nvSpPr>
        <p:spPr/>
        <p:txBody>
          <a:bodyPr/>
          <a:lstStyle/>
          <a:p>
            <a:r>
              <a:rPr lang="en-US" dirty="0"/>
              <a:t>Demonstrates the applicability of classical ML algorithms in healthcare.</a:t>
            </a:r>
          </a:p>
          <a:p>
            <a:r>
              <a:rPr lang="en-US" dirty="0"/>
              <a:t>Reinforces the usefulness of simple models on structured medical data.</a:t>
            </a:r>
          </a:p>
          <a:p>
            <a:r>
              <a:rPr lang="en-US" dirty="0"/>
              <a:t>Adds to comparative studies using the UCI heart disease dataset.</a:t>
            </a:r>
          </a:p>
          <a:p>
            <a:endParaRPr lang="en-GB" dirty="0"/>
          </a:p>
        </p:txBody>
      </p:sp>
      <p:sp>
        <p:nvSpPr>
          <p:cNvPr id="5" name="Text Placeholder 4">
            <a:extLst>
              <a:ext uri="{FF2B5EF4-FFF2-40B4-BE49-F238E27FC236}">
                <a16:creationId xmlns:a16="http://schemas.microsoft.com/office/drawing/2014/main" id="{26F6BCC6-EC72-BDBC-B67E-68EB9F9D3A06}"/>
              </a:ext>
            </a:extLst>
          </p:cNvPr>
          <p:cNvSpPr>
            <a:spLocks noGrp="1"/>
          </p:cNvSpPr>
          <p:nvPr>
            <p:ph type="body" sz="quarter" idx="3"/>
          </p:nvPr>
        </p:nvSpPr>
        <p:spPr/>
        <p:txBody>
          <a:bodyPr/>
          <a:lstStyle/>
          <a:p>
            <a:r>
              <a:rPr lang="en-GB" dirty="0"/>
              <a:t>Relevance to Course &amp; Research</a:t>
            </a:r>
          </a:p>
        </p:txBody>
      </p:sp>
      <p:sp>
        <p:nvSpPr>
          <p:cNvPr id="6" name="Content Placeholder 5">
            <a:extLst>
              <a:ext uri="{FF2B5EF4-FFF2-40B4-BE49-F238E27FC236}">
                <a16:creationId xmlns:a16="http://schemas.microsoft.com/office/drawing/2014/main" id="{59F68461-7B0A-5C16-B2AF-1420C0104343}"/>
              </a:ext>
            </a:extLst>
          </p:cNvPr>
          <p:cNvSpPr>
            <a:spLocks noGrp="1"/>
          </p:cNvSpPr>
          <p:nvPr>
            <p:ph sz="quarter" idx="4"/>
          </p:nvPr>
        </p:nvSpPr>
        <p:spPr/>
        <p:txBody>
          <a:bodyPr/>
          <a:lstStyle/>
          <a:p>
            <a:r>
              <a:rPr lang="en-US" dirty="0"/>
              <a:t>Relevant as a case study for machine learning coursework.</a:t>
            </a:r>
          </a:p>
          <a:p>
            <a:r>
              <a:rPr lang="en-US" dirty="0"/>
              <a:t>Covers problem formulation, data preprocessing, modeling, evaluation, and interpretation.</a:t>
            </a:r>
          </a:p>
          <a:p>
            <a:r>
              <a:rPr lang="en-US" dirty="0"/>
              <a:t>Provides a baseline for further research improvements.</a:t>
            </a:r>
          </a:p>
          <a:p>
            <a:endParaRPr lang="en-GB" dirty="0"/>
          </a:p>
        </p:txBody>
      </p:sp>
      <p:sp>
        <p:nvSpPr>
          <p:cNvPr id="7" name="Footer Placeholder 6">
            <a:extLst>
              <a:ext uri="{FF2B5EF4-FFF2-40B4-BE49-F238E27FC236}">
                <a16:creationId xmlns:a16="http://schemas.microsoft.com/office/drawing/2014/main" id="{1A8DB542-1B95-36F3-C166-C51255BB21BF}"/>
              </a:ext>
            </a:extLst>
          </p:cNvPr>
          <p:cNvSpPr>
            <a:spLocks noGrp="1"/>
          </p:cNvSpPr>
          <p:nvPr>
            <p:ph type="ftr" sz="quarter" idx="11"/>
          </p:nvPr>
        </p:nvSpPr>
        <p:spPr/>
        <p:txBody>
          <a:bodyPr/>
          <a:lstStyle/>
          <a:p>
            <a:r>
              <a:rPr lang="en-US"/>
              <a:t>By Mr. CHAHYAANDIDA ISHAYA</a:t>
            </a:r>
          </a:p>
        </p:txBody>
      </p:sp>
      <p:sp>
        <p:nvSpPr>
          <p:cNvPr id="8" name="Slide Number Placeholder 7">
            <a:extLst>
              <a:ext uri="{FF2B5EF4-FFF2-40B4-BE49-F238E27FC236}">
                <a16:creationId xmlns:a16="http://schemas.microsoft.com/office/drawing/2014/main" id="{942E07F5-0BD9-8951-9E1B-51857F6A7ED3}"/>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63400419"/>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&amp; Theoretical Value</a:t>
            </a:r>
          </a:p>
        </p:txBody>
      </p:sp>
      <p:sp>
        <p:nvSpPr>
          <p:cNvPr id="3" name="Content Placeholder 2"/>
          <p:cNvSpPr>
            <a:spLocks noGrp="1"/>
          </p:cNvSpPr>
          <p:nvPr>
            <p:ph idx="1"/>
          </p:nvPr>
        </p:nvSpPr>
        <p:spPr/>
        <p:txBody>
          <a:bodyPr/>
          <a:lstStyle/>
          <a:p>
            <a:r>
              <a:rPr dirty="0"/>
              <a:t>Practical Value:</a:t>
            </a:r>
          </a:p>
          <a:p>
            <a:pPr marL="0" indent="0">
              <a:buNone/>
            </a:pPr>
            <a:r>
              <a:rPr lang="en-US" dirty="0"/>
              <a:t>	</a:t>
            </a:r>
            <a:r>
              <a:rPr dirty="0"/>
              <a:t>- Supports low-cost patient triage systems.</a:t>
            </a:r>
          </a:p>
          <a:p>
            <a:endParaRPr dirty="0"/>
          </a:p>
          <a:p>
            <a:r>
              <a:rPr dirty="0"/>
              <a:t>Theoretical Value:</a:t>
            </a:r>
          </a:p>
          <a:p>
            <a:pPr marL="0" indent="0">
              <a:buNone/>
            </a:pPr>
            <a:r>
              <a:rPr lang="en-US" dirty="0"/>
              <a:t>	</a:t>
            </a:r>
            <a:r>
              <a:rPr dirty="0"/>
              <a:t>- Serves as a teaching example of supervised ML in healthcare.</a:t>
            </a:r>
          </a:p>
        </p:txBody>
      </p:sp>
      <p:sp>
        <p:nvSpPr>
          <p:cNvPr id="4" name="Footer Placeholder 3">
            <a:extLst>
              <a:ext uri="{FF2B5EF4-FFF2-40B4-BE49-F238E27FC236}">
                <a16:creationId xmlns:a16="http://schemas.microsoft.com/office/drawing/2014/main" id="{67E35E4C-E9B4-2C3B-67B3-B7F4E9FFFC64}"/>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B092FE73-59A8-E0BB-8B72-B3446D65EECC}"/>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 for Improvement</a:t>
            </a:r>
          </a:p>
        </p:txBody>
      </p:sp>
      <p:sp>
        <p:nvSpPr>
          <p:cNvPr id="3" name="Content Placeholder 2"/>
          <p:cNvSpPr>
            <a:spLocks noGrp="1"/>
          </p:cNvSpPr>
          <p:nvPr>
            <p:ph idx="1"/>
          </p:nvPr>
        </p:nvSpPr>
        <p:spPr/>
        <p:txBody>
          <a:bodyPr/>
          <a:lstStyle/>
          <a:p>
            <a:r>
              <a:t>Use additional evaluation metrics (ROC AUC, sensitivity, specificity).</a:t>
            </a:r>
          </a:p>
          <a:p>
            <a:r>
              <a:t>Adopt larger and more diverse datasets.</a:t>
            </a:r>
          </a:p>
          <a:p>
            <a:r>
              <a:t>Apply robust validation techniques.</a:t>
            </a:r>
          </a:p>
          <a:p>
            <a:r>
              <a:t>Incorporate advanced and interpretable ML models.</a:t>
            </a:r>
          </a:p>
          <a:p>
            <a:r>
              <a:t>Conduct real-world clinical user studies.</a:t>
            </a:r>
          </a:p>
        </p:txBody>
      </p:sp>
      <p:sp>
        <p:nvSpPr>
          <p:cNvPr id="4" name="Footer Placeholder 3">
            <a:extLst>
              <a:ext uri="{FF2B5EF4-FFF2-40B4-BE49-F238E27FC236}">
                <a16:creationId xmlns:a16="http://schemas.microsoft.com/office/drawing/2014/main" id="{CB805FFD-A9CE-4E70-E2A2-8F9FAE73BBA4}"/>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CD737B9F-89DB-9BE8-AE75-C818D8900B89}"/>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Overall Conclusion</a:t>
            </a:r>
          </a:p>
        </p:txBody>
      </p:sp>
      <p:sp>
        <p:nvSpPr>
          <p:cNvPr id="3" name="Content Placeholder 2"/>
          <p:cNvSpPr>
            <a:spLocks noGrp="1"/>
          </p:cNvSpPr>
          <p:nvPr>
            <p:ph idx="1"/>
          </p:nvPr>
        </p:nvSpPr>
        <p:spPr/>
        <p:txBody>
          <a:bodyPr/>
          <a:lstStyle/>
          <a:p>
            <a:r>
              <a:t>The paper presents a practical ML-based heart disease prediction system.</a:t>
            </a:r>
          </a:p>
          <a:p>
            <a:r>
              <a:t>Strengths include motivation, simplicity, and comparative analysis.</a:t>
            </a:r>
          </a:p>
          <a:p>
            <a:r>
              <a:t>Limitations include dataset size and evaluation depth.</a:t>
            </a:r>
          </a:p>
          <a:p>
            <a:r>
              <a:t>Useful as a foundation for future healthcare ML research.</a:t>
            </a:r>
          </a:p>
        </p:txBody>
      </p:sp>
      <p:sp>
        <p:nvSpPr>
          <p:cNvPr id="4" name="Footer Placeholder 3">
            <a:extLst>
              <a:ext uri="{FF2B5EF4-FFF2-40B4-BE49-F238E27FC236}">
                <a16:creationId xmlns:a16="http://schemas.microsoft.com/office/drawing/2014/main" id="{6FD215E4-85D5-36CD-EEB2-0815E00947AC}"/>
              </a:ext>
            </a:extLst>
          </p:cNvPr>
          <p:cNvSpPr>
            <a:spLocks noGrp="1"/>
          </p:cNvSpPr>
          <p:nvPr>
            <p:ph type="ftr" sz="quarter" idx="11"/>
          </p:nvPr>
        </p:nvSpPr>
        <p:spPr/>
        <p:txBody>
          <a:bodyPr/>
          <a:lstStyle/>
          <a:p>
            <a:r>
              <a:rPr lang="en-US"/>
              <a:t>By Mr. CHAHYAANDIDA ISHAYA</a:t>
            </a:r>
          </a:p>
        </p:txBody>
      </p:sp>
      <p:sp>
        <p:nvSpPr>
          <p:cNvPr id="5" name="Slide Number Placeholder 4">
            <a:extLst>
              <a:ext uri="{FF2B5EF4-FFF2-40B4-BE49-F238E27FC236}">
                <a16:creationId xmlns:a16="http://schemas.microsoft.com/office/drawing/2014/main" id="{FD0E115A-5630-5069-8A5E-D226C5E26C2D}"/>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theme/theme1.xml><?xml version="1.0" encoding="utf-8"?>
<a:theme xmlns:a="http://schemas.openxmlformats.org/drawingml/2006/main" name="Heart Failure Prediction Using Machine Learning">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eart Failure Prediction Using Machine Learning" id="{BC23168E-18CA-4AD5-A6F6-A32761DA2F68}" vid="{CBAB34FF-545F-4398-9C72-4584E092D0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Heart Failure Prediction Using Machine Learning</Template>
  <TotalTime>48</TotalTime>
  <Words>863</Words>
  <Application>Microsoft Office PowerPoint</Application>
  <PresentationFormat>Widescreen</PresentationFormat>
  <Paragraphs>134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Kristen ITC</vt:lpstr>
      <vt:lpstr>Segoe UI Black</vt:lpstr>
      <vt:lpstr>Heart Failure Prediction Using Machine Learning</vt:lpstr>
      <vt:lpstr>Heart Disease Prediction Using Machine Learning Algorithms</vt:lpstr>
      <vt:lpstr>Background &amp; Purpose</vt:lpstr>
      <vt:lpstr>Paper Overview</vt:lpstr>
      <vt:lpstr>Authors &amp; Publication</vt:lpstr>
      <vt:lpstr>Research Problem &amp; Objectives</vt:lpstr>
      <vt:lpstr>Dataset Description</vt:lpstr>
      <vt:lpstr>Data Preprocessing</vt:lpstr>
      <vt:lpstr>Machine Learning Algorithms Used</vt:lpstr>
      <vt:lpstr>Machine Learning Algorithms Used</vt:lpstr>
      <vt:lpstr>System Working Principle</vt:lpstr>
      <vt:lpstr>Evaluation Metric</vt:lpstr>
      <vt:lpstr>Key Findings</vt:lpstr>
      <vt:lpstr>Conclusions from the Authors</vt:lpstr>
      <vt:lpstr>Strengths of the Study</vt:lpstr>
      <vt:lpstr>Weaknesses of the Study</vt:lpstr>
      <vt:lpstr>Validity &amp; Reliability</vt:lpstr>
      <vt:lpstr>Contribution and Relevance</vt:lpstr>
      <vt:lpstr>Practical &amp; Theoretical Value</vt:lpstr>
      <vt:lpstr>Recommendations for Improvement</vt:lpstr>
      <vt:lpstr>Overall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chahyaandida ishaya</cp:lastModifiedBy>
  <cp:revision>3</cp:revision>
  <dcterms:created xsi:type="dcterms:W3CDTF">2013-01-27T09:14:16Z</dcterms:created>
  <dcterms:modified xsi:type="dcterms:W3CDTF">2025-12-14T21:39:54Z</dcterms:modified>
  <cp:category/>
</cp:coreProperties>
</file>